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9"/>
  </p:notesMasterIdLst>
  <p:sldIdLst>
    <p:sldId id="256" r:id="rId2"/>
    <p:sldId id="257" r:id="rId3"/>
    <p:sldId id="281" r:id="rId4"/>
    <p:sldId id="282" r:id="rId5"/>
    <p:sldId id="283" r:id="rId6"/>
    <p:sldId id="284" r:id="rId7"/>
    <p:sldId id="262" r:id="rId8"/>
    <p:sldId id="285" r:id="rId9"/>
    <p:sldId id="286" r:id="rId10"/>
    <p:sldId id="265" r:id="rId11"/>
    <p:sldId id="266" r:id="rId12"/>
    <p:sldId id="287" r:id="rId13"/>
    <p:sldId id="268" r:id="rId14"/>
    <p:sldId id="288" r:id="rId15"/>
    <p:sldId id="270" r:id="rId16"/>
    <p:sldId id="271" r:id="rId17"/>
    <p:sldId id="272" r:id="rId18"/>
    <p:sldId id="289" r:id="rId19"/>
    <p:sldId id="274" r:id="rId20"/>
    <p:sldId id="275" r:id="rId21"/>
    <p:sldId id="276" r:id="rId22"/>
    <p:sldId id="277" r:id="rId23"/>
    <p:sldId id="278" r:id="rId24"/>
    <p:sldId id="292" r:id="rId25"/>
    <p:sldId id="294" r:id="rId26"/>
    <p:sldId id="291" r:id="rId27"/>
    <p:sldId id="293" r:id="rId28"/>
  </p:sldIdLst>
  <p:sldSz cx="12192000" cy="6858000"/>
  <p:notesSz cx="6858000" cy="12192000"/>
  <p:embeddedFontLst>
    <p:embeddedFont>
      <p:font typeface="Consolas" panose="020B0609020204030204" pitchFamily="49" charset="0"/>
      <p:regular r:id="rId30"/>
      <p:bold r:id="rId31"/>
      <p:italic r:id="rId32"/>
      <p:boldItalic r:id="rId33"/>
    </p:embeddedFont>
    <p:embeddedFont>
      <p:font typeface="Geist" pitchFamily="2" charset="77"/>
      <p:regular r:id="rId34"/>
    </p:embeddedFont>
    <p:embeddedFont>
      <p:font typeface="Geist Bold"/>
      <p:regular r:id="rId35"/>
      <p:bold r:id="rId36"/>
    </p:embeddedFont>
    <p:embeddedFont>
      <p:font typeface="Geist Light" pitchFamily="2" charset="77"/>
      <p:regular r:id="rId3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C00"/>
    <a:srgbClr val="94A3B8"/>
    <a:srgbClr val="0E1629"/>
    <a:srgbClr val="49DE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390395-09D2-FC4F-806F-6255CE539EDC}" v="1" dt="2026-09-29T19:17:20.3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36"/>
    <p:restoredTop sz="49790"/>
  </p:normalViewPr>
  <p:slideViewPr>
    <p:cSldViewPr snapToGrid="0" snapToObjects="1">
      <p:cViewPr varScale="1">
        <p:scale>
          <a:sx n="80" d="100"/>
          <a:sy n="80" d="100"/>
        </p:scale>
        <p:origin x="3360" y="18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5.fntdata"/><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risciano, Salvatore" userId="faaac180-6cce-4db1-bdfa-60d62fdd4adb" providerId="ADAL" clId="{29623C48-0A88-510E-8DC5-E09F167645C6}"/>
    <pc:docChg chg="undo redo custSel addSld delSld modSld sldOrd">
      <pc:chgData name="Matrisciano, Salvatore" userId="faaac180-6cce-4db1-bdfa-60d62fdd4adb" providerId="ADAL" clId="{29623C48-0A88-510E-8DC5-E09F167645C6}" dt="2026-09-29T19:09:01.441" v="5723" actId="2696"/>
      <pc:docMkLst>
        <pc:docMk/>
      </pc:docMkLst>
      <pc:sldChg chg="modSp mod modNotesTx">
        <pc:chgData name="Matrisciano, Salvatore" userId="faaac180-6cce-4db1-bdfa-60d62fdd4adb" providerId="ADAL" clId="{29623C48-0A88-510E-8DC5-E09F167645C6}" dt="2026-09-27T19:00:14.100" v="4044" actId="113"/>
        <pc:sldMkLst>
          <pc:docMk/>
          <pc:sldMk cId="0" sldId="256"/>
        </pc:sldMkLst>
        <pc:spChg chg="mod">
          <ac:chgData name="Matrisciano, Salvatore" userId="faaac180-6cce-4db1-bdfa-60d62fdd4adb" providerId="ADAL" clId="{29623C48-0A88-510E-8DC5-E09F167645C6}" dt="2026-09-24T19:32:10.561" v="18"/>
          <ac:spMkLst>
            <pc:docMk/>
            <pc:sldMk cId="0" sldId="256"/>
            <ac:spMk id="9" creationId="{E803EEA6-6ABF-11D4-88FA-ACF13666F0DE}"/>
          </ac:spMkLst>
        </pc:spChg>
        <pc:spChg chg="mod">
          <ac:chgData name="Matrisciano, Salvatore" userId="faaac180-6cce-4db1-bdfa-60d62fdd4adb" providerId="ADAL" clId="{29623C48-0A88-510E-8DC5-E09F167645C6}" dt="2026-09-22T07:17:34.035" v="17" actId="20577"/>
          <ac:spMkLst>
            <pc:docMk/>
            <pc:sldMk cId="0" sldId="256"/>
            <ac:spMk id="11" creationId="{BD8713B6-4549-8639-0BC7-1F9D99F7A18A}"/>
          </ac:spMkLst>
        </pc:spChg>
      </pc:sldChg>
      <pc:sldChg chg="modSp modNotesTx">
        <pc:chgData name="Matrisciano, Salvatore" userId="faaac180-6cce-4db1-bdfa-60d62fdd4adb" providerId="ADAL" clId="{29623C48-0A88-510E-8DC5-E09F167645C6}" dt="2026-09-27T22:18:57.404" v="4092" actId="20577"/>
        <pc:sldMkLst>
          <pc:docMk/>
          <pc:sldMk cId="0" sldId="257"/>
        </pc:sldMkLst>
        <pc:spChg chg="mod">
          <ac:chgData name="Matrisciano, Salvatore" userId="faaac180-6cce-4db1-bdfa-60d62fdd4adb" providerId="ADAL" clId="{29623C48-0A88-510E-8DC5-E09F167645C6}" dt="2026-09-27T22:18:06.301" v="4082"/>
          <ac:spMkLst>
            <pc:docMk/>
            <pc:sldMk cId="0" sldId="257"/>
            <ac:spMk id="7" creationId="{8F701386-B9F4-B853-287B-224B1F83D549}"/>
          </ac:spMkLst>
        </pc:spChg>
      </pc:sldChg>
      <pc:sldChg chg="modSp del mod modNotesTx">
        <pc:chgData name="Matrisciano, Salvatore" userId="faaac180-6cce-4db1-bdfa-60d62fdd4adb" providerId="ADAL" clId="{29623C48-0A88-510E-8DC5-E09F167645C6}" dt="2026-09-28T07:40:28.969" v="4396" actId="2696"/>
        <pc:sldMkLst>
          <pc:docMk/>
          <pc:sldMk cId="0" sldId="260"/>
        </pc:sldMkLst>
      </pc:sldChg>
      <pc:sldChg chg="modSp del mod modNotesTx">
        <pc:chgData name="Matrisciano, Salvatore" userId="faaac180-6cce-4db1-bdfa-60d62fdd4adb" providerId="ADAL" clId="{29623C48-0A88-510E-8DC5-E09F167645C6}" dt="2026-09-28T07:44:23.620" v="4481" actId="2696"/>
        <pc:sldMkLst>
          <pc:docMk/>
          <pc:sldMk cId="0" sldId="261"/>
        </pc:sldMkLst>
        <pc:spChg chg="mod">
          <ac:chgData name="Matrisciano, Salvatore" userId="faaac180-6cce-4db1-bdfa-60d62fdd4adb" providerId="ADAL" clId="{29623C48-0A88-510E-8DC5-E09F167645C6}" dt="2026-09-28T07:40:56.035" v="4398" actId="255"/>
          <ac:spMkLst>
            <pc:docMk/>
            <pc:sldMk cId="0" sldId="261"/>
            <ac:spMk id="3" creationId="{00000000-0000-0000-0000-000000000000}"/>
          </ac:spMkLst>
        </pc:spChg>
        <pc:spChg chg="mod">
          <ac:chgData name="Matrisciano, Salvatore" userId="faaac180-6cce-4db1-bdfa-60d62fdd4adb" providerId="ADAL" clId="{29623C48-0A88-510E-8DC5-E09F167645C6}" dt="2026-09-28T07:40:59.033" v="4399" actId="255"/>
          <ac:spMkLst>
            <pc:docMk/>
            <pc:sldMk cId="0" sldId="261"/>
            <ac:spMk id="4" creationId="{00000000-0000-0000-0000-000000000000}"/>
          </ac:spMkLst>
        </pc:spChg>
      </pc:sldChg>
      <pc:sldChg chg="addSp delSp modSp mod modNotesTx">
        <pc:chgData name="Matrisciano, Salvatore" userId="faaac180-6cce-4db1-bdfa-60d62fdd4adb" providerId="ADAL" clId="{29623C48-0A88-510E-8DC5-E09F167645C6}" dt="2026-09-28T07:45:48.414" v="4521" actId="1036"/>
        <pc:sldMkLst>
          <pc:docMk/>
          <pc:sldMk cId="0" sldId="262"/>
        </pc:sldMkLst>
        <pc:spChg chg="mod">
          <ac:chgData name="Matrisciano, Salvatore" userId="faaac180-6cce-4db1-bdfa-60d62fdd4adb" providerId="ADAL" clId="{29623C48-0A88-510E-8DC5-E09F167645C6}" dt="2026-09-28T07:44:41.755" v="4483"/>
          <ac:spMkLst>
            <pc:docMk/>
            <pc:sldMk cId="0" sldId="262"/>
            <ac:spMk id="4" creationId="{00000000-0000-0000-0000-000000000000}"/>
          </ac:spMkLst>
        </pc:spChg>
        <pc:spChg chg="del mod">
          <ac:chgData name="Matrisciano, Salvatore" userId="faaac180-6cce-4db1-bdfa-60d62fdd4adb" providerId="ADAL" clId="{29623C48-0A88-510E-8DC5-E09F167645C6}" dt="2026-09-28T07:45:10.227" v="4487" actId="478"/>
          <ac:spMkLst>
            <pc:docMk/>
            <pc:sldMk cId="0" sldId="262"/>
            <ac:spMk id="5" creationId="{00000000-0000-0000-0000-000000000000}"/>
          </ac:spMkLst>
        </pc:spChg>
        <pc:spChg chg="add mod">
          <ac:chgData name="Matrisciano, Salvatore" userId="faaac180-6cce-4db1-bdfa-60d62fdd4adb" providerId="ADAL" clId="{29623C48-0A88-510E-8DC5-E09F167645C6}" dt="2026-09-28T07:45:02.330" v="4484"/>
          <ac:spMkLst>
            <pc:docMk/>
            <pc:sldMk cId="0" sldId="262"/>
            <ac:spMk id="7" creationId="{F5CE8F92-B49C-1024-A2D7-0D867D570D2E}"/>
          </ac:spMkLst>
        </pc:spChg>
        <pc:spChg chg="add mod">
          <ac:chgData name="Matrisciano, Salvatore" userId="faaac180-6cce-4db1-bdfa-60d62fdd4adb" providerId="ADAL" clId="{29623C48-0A88-510E-8DC5-E09F167645C6}" dt="2026-09-28T07:45:06.682" v="4486"/>
          <ac:spMkLst>
            <pc:docMk/>
            <pc:sldMk cId="0" sldId="262"/>
            <ac:spMk id="8" creationId="{7C6680DC-E0BA-58B1-E04E-FA7E3808598F}"/>
          </ac:spMkLst>
        </pc:spChg>
        <pc:spChg chg="add mod">
          <ac:chgData name="Matrisciano, Salvatore" userId="faaac180-6cce-4db1-bdfa-60d62fdd4adb" providerId="ADAL" clId="{29623C48-0A88-510E-8DC5-E09F167645C6}" dt="2026-09-28T07:45:48.414" v="4521" actId="1036"/>
          <ac:spMkLst>
            <pc:docMk/>
            <pc:sldMk cId="0" sldId="262"/>
            <ac:spMk id="9" creationId="{03CD9A80-91C3-0A43-A6B0-8C4E3FA7940B}"/>
          </ac:spMkLst>
        </pc:spChg>
      </pc:sldChg>
      <pc:sldChg chg="modSp del mod modNotesTx">
        <pc:chgData name="Matrisciano, Salvatore" userId="faaac180-6cce-4db1-bdfa-60d62fdd4adb" providerId="ADAL" clId="{29623C48-0A88-510E-8DC5-E09F167645C6}" dt="2026-09-28T07:50:47.337" v="4582" actId="2696"/>
        <pc:sldMkLst>
          <pc:docMk/>
          <pc:sldMk cId="0" sldId="263"/>
        </pc:sldMkLst>
      </pc:sldChg>
      <pc:sldChg chg="modSp del mod modNotesTx">
        <pc:chgData name="Matrisciano, Salvatore" userId="faaac180-6cce-4db1-bdfa-60d62fdd4adb" providerId="ADAL" clId="{29623C48-0A88-510E-8DC5-E09F167645C6}" dt="2026-09-28T07:52:18.960" v="4586" actId="2696"/>
        <pc:sldMkLst>
          <pc:docMk/>
          <pc:sldMk cId="0" sldId="264"/>
        </pc:sldMkLst>
      </pc:sldChg>
      <pc:sldChg chg="modSp mod modNotesTx">
        <pc:chgData name="Matrisciano, Salvatore" userId="faaac180-6cce-4db1-bdfa-60d62fdd4adb" providerId="ADAL" clId="{29623C48-0A88-510E-8DC5-E09F167645C6}" dt="2026-09-28T12:28:26.378" v="5721" actId="20577"/>
        <pc:sldMkLst>
          <pc:docMk/>
          <pc:sldMk cId="0" sldId="265"/>
        </pc:sldMkLst>
        <pc:spChg chg="mod">
          <ac:chgData name="Matrisciano, Salvatore" userId="faaac180-6cce-4db1-bdfa-60d62fdd4adb" providerId="ADAL" clId="{29623C48-0A88-510E-8DC5-E09F167645C6}" dt="2026-09-28T07:52:33.099" v="4587" actId="255"/>
          <ac:spMkLst>
            <pc:docMk/>
            <pc:sldMk cId="0" sldId="265"/>
            <ac:spMk id="3" creationId="{00000000-0000-0000-0000-000000000000}"/>
          </ac:spMkLst>
        </pc:spChg>
        <pc:spChg chg="mod">
          <ac:chgData name="Matrisciano, Salvatore" userId="faaac180-6cce-4db1-bdfa-60d62fdd4adb" providerId="ADAL" clId="{29623C48-0A88-510E-8DC5-E09F167645C6}" dt="2026-09-28T07:52:36.402" v="4588" actId="255"/>
          <ac:spMkLst>
            <pc:docMk/>
            <pc:sldMk cId="0" sldId="265"/>
            <ac:spMk id="4" creationId="{00000000-0000-0000-0000-000000000000}"/>
          </ac:spMkLst>
        </pc:spChg>
        <pc:spChg chg="mod">
          <ac:chgData name="Matrisciano, Salvatore" userId="faaac180-6cce-4db1-bdfa-60d62fdd4adb" providerId="ADAL" clId="{29623C48-0A88-510E-8DC5-E09F167645C6}" dt="2026-09-28T07:52:47.971" v="4592" actId="20577"/>
          <ac:spMkLst>
            <pc:docMk/>
            <pc:sldMk cId="0" sldId="265"/>
            <ac:spMk id="6" creationId="{00000000-0000-0000-0000-000000000000}"/>
          </ac:spMkLst>
        </pc:spChg>
        <pc:spChg chg="mod">
          <ac:chgData name="Matrisciano, Salvatore" userId="faaac180-6cce-4db1-bdfa-60d62fdd4adb" providerId="ADAL" clId="{29623C48-0A88-510E-8DC5-E09F167645C6}" dt="2026-09-24T19:38:56.008" v="223" actId="20577"/>
          <ac:spMkLst>
            <pc:docMk/>
            <pc:sldMk cId="0" sldId="265"/>
            <ac:spMk id="7" creationId="{00000000-0000-0000-0000-000000000000}"/>
          </ac:spMkLst>
        </pc:spChg>
        <pc:spChg chg="mod">
          <ac:chgData name="Matrisciano, Salvatore" userId="faaac180-6cce-4db1-bdfa-60d62fdd4adb" providerId="ADAL" clId="{29623C48-0A88-510E-8DC5-E09F167645C6}" dt="2026-09-24T19:39:35.537" v="262" actId="20577"/>
          <ac:spMkLst>
            <pc:docMk/>
            <pc:sldMk cId="0" sldId="265"/>
            <ac:spMk id="10" creationId="{00000000-0000-0000-0000-000000000000}"/>
          </ac:spMkLst>
        </pc:spChg>
        <pc:spChg chg="mod">
          <ac:chgData name="Matrisciano, Salvatore" userId="faaac180-6cce-4db1-bdfa-60d62fdd4adb" providerId="ADAL" clId="{29623C48-0A88-510E-8DC5-E09F167645C6}" dt="2026-09-24T19:39:42.417" v="265" actId="20577"/>
          <ac:spMkLst>
            <pc:docMk/>
            <pc:sldMk cId="0" sldId="265"/>
            <ac:spMk id="13" creationId="{00000000-0000-0000-0000-000000000000}"/>
          </ac:spMkLst>
        </pc:spChg>
      </pc:sldChg>
      <pc:sldChg chg="modSp mod modNotesTx">
        <pc:chgData name="Matrisciano, Salvatore" userId="faaac180-6cce-4db1-bdfa-60d62fdd4adb" providerId="ADAL" clId="{29623C48-0A88-510E-8DC5-E09F167645C6}" dt="2026-09-28T08:46:06.248" v="5073" actId="1035"/>
        <pc:sldMkLst>
          <pc:docMk/>
          <pc:sldMk cId="0" sldId="266"/>
        </pc:sldMkLst>
        <pc:spChg chg="mod">
          <ac:chgData name="Matrisciano, Salvatore" userId="faaac180-6cce-4db1-bdfa-60d62fdd4adb" providerId="ADAL" clId="{29623C48-0A88-510E-8DC5-E09F167645C6}" dt="2026-09-28T08:46:06.248" v="5073" actId="1035"/>
          <ac:spMkLst>
            <pc:docMk/>
            <pc:sldMk cId="0" sldId="266"/>
            <ac:spMk id="2" creationId="{00000000-0000-0000-0000-000000000000}"/>
          </ac:spMkLst>
        </pc:spChg>
        <pc:spChg chg="mod">
          <ac:chgData name="Matrisciano, Salvatore" userId="faaac180-6cce-4db1-bdfa-60d62fdd4adb" providerId="ADAL" clId="{29623C48-0A88-510E-8DC5-E09F167645C6}" dt="2026-09-28T08:46:06.248" v="5073" actId="1035"/>
          <ac:spMkLst>
            <pc:docMk/>
            <pc:sldMk cId="0" sldId="266"/>
            <ac:spMk id="3" creationId="{00000000-0000-0000-0000-000000000000}"/>
          </ac:spMkLst>
        </pc:spChg>
        <pc:spChg chg="mod">
          <ac:chgData name="Matrisciano, Salvatore" userId="faaac180-6cce-4db1-bdfa-60d62fdd4adb" providerId="ADAL" clId="{29623C48-0A88-510E-8DC5-E09F167645C6}" dt="2026-09-28T08:44:58.137" v="5040" actId="255"/>
          <ac:spMkLst>
            <pc:docMk/>
            <pc:sldMk cId="0" sldId="266"/>
            <ac:spMk id="5" creationId="{00000000-0000-0000-0000-000000000000}"/>
          </ac:spMkLst>
        </pc:spChg>
        <pc:spChg chg="mod">
          <ac:chgData name="Matrisciano, Salvatore" userId="faaac180-6cce-4db1-bdfa-60d62fdd4adb" providerId="ADAL" clId="{29623C48-0A88-510E-8DC5-E09F167645C6}" dt="2026-09-28T08:45:39.036" v="5053" actId="1036"/>
          <ac:spMkLst>
            <pc:docMk/>
            <pc:sldMk cId="0" sldId="266"/>
            <ac:spMk id="6" creationId="{00000000-0000-0000-0000-000000000000}"/>
          </ac:spMkLst>
        </pc:spChg>
        <pc:spChg chg="mod">
          <ac:chgData name="Matrisciano, Salvatore" userId="faaac180-6cce-4db1-bdfa-60d62fdd4adb" providerId="ADAL" clId="{29623C48-0A88-510E-8DC5-E09F167645C6}" dt="2026-09-28T08:44:59.685" v="5043" actId="20577"/>
          <ac:spMkLst>
            <pc:docMk/>
            <pc:sldMk cId="0" sldId="266"/>
            <ac:spMk id="8" creationId="{00000000-0000-0000-0000-000000000000}"/>
          </ac:spMkLst>
        </pc:spChg>
        <pc:spChg chg="mod">
          <ac:chgData name="Matrisciano, Salvatore" userId="faaac180-6cce-4db1-bdfa-60d62fdd4adb" providerId="ADAL" clId="{29623C48-0A88-510E-8DC5-E09F167645C6}" dt="2026-09-28T08:46:02.821" v="5064" actId="1036"/>
          <ac:spMkLst>
            <pc:docMk/>
            <pc:sldMk cId="0" sldId="266"/>
            <ac:spMk id="9" creationId="{00000000-0000-0000-0000-000000000000}"/>
          </ac:spMkLst>
        </pc:spChg>
        <pc:spChg chg="mod">
          <ac:chgData name="Matrisciano, Salvatore" userId="faaac180-6cce-4db1-bdfa-60d62fdd4adb" providerId="ADAL" clId="{29623C48-0A88-510E-8DC5-E09F167645C6}" dt="2026-09-28T08:45:03.648" v="5044" actId="255"/>
          <ac:spMkLst>
            <pc:docMk/>
            <pc:sldMk cId="0" sldId="266"/>
            <ac:spMk id="11" creationId="{00000000-0000-0000-0000-000000000000}"/>
          </ac:spMkLst>
        </pc:spChg>
        <pc:spChg chg="mod">
          <ac:chgData name="Matrisciano, Salvatore" userId="faaac180-6cce-4db1-bdfa-60d62fdd4adb" providerId="ADAL" clId="{29623C48-0A88-510E-8DC5-E09F167645C6}" dt="2026-09-28T08:45:54.912" v="5057" actId="14100"/>
          <ac:spMkLst>
            <pc:docMk/>
            <pc:sldMk cId="0" sldId="266"/>
            <ac:spMk id="12" creationId="{00000000-0000-0000-0000-000000000000}"/>
          </ac:spMkLst>
        </pc:spChg>
        <pc:spChg chg="mod">
          <ac:chgData name="Matrisciano, Salvatore" userId="faaac180-6cce-4db1-bdfa-60d62fdd4adb" providerId="ADAL" clId="{29623C48-0A88-510E-8DC5-E09F167645C6}" dt="2026-09-28T08:45:51.562" v="5056" actId="14100"/>
          <ac:spMkLst>
            <pc:docMk/>
            <pc:sldMk cId="0" sldId="266"/>
            <ac:spMk id="13" creationId="{00000000-0000-0000-0000-000000000000}"/>
          </ac:spMkLst>
        </pc:spChg>
        <pc:spChg chg="mod">
          <ac:chgData name="Matrisciano, Salvatore" userId="faaac180-6cce-4db1-bdfa-60d62fdd4adb" providerId="ADAL" clId="{29623C48-0A88-510E-8DC5-E09F167645C6}" dt="2026-09-28T08:45:57.854" v="5058" actId="14100"/>
          <ac:spMkLst>
            <pc:docMk/>
            <pc:sldMk cId="0" sldId="266"/>
            <ac:spMk id="14" creationId="{00000000-0000-0000-0000-000000000000}"/>
          </ac:spMkLst>
        </pc:spChg>
      </pc:sldChg>
      <pc:sldChg chg="del mod modShow modNotesTx">
        <pc:chgData name="Matrisciano, Salvatore" userId="faaac180-6cce-4db1-bdfa-60d62fdd4adb" providerId="ADAL" clId="{29623C48-0A88-510E-8DC5-E09F167645C6}" dt="2026-09-28T12:27:05.337" v="5712" actId="2696"/>
        <pc:sldMkLst>
          <pc:docMk/>
          <pc:sldMk cId="0" sldId="267"/>
        </pc:sldMkLst>
      </pc:sldChg>
      <pc:sldChg chg="modSp mod modNotesTx">
        <pc:chgData name="Matrisciano, Salvatore" userId="faaac180-6cce-4db1-bdfa-60d62fdd4adb" providerId="ADAL" clId="{29623C48-0A88-510E-8DC5-E09F167645C6}" dt="2026-09-28T08:24:12.920" v="4747" actId="20577"/>
        <pc:sldMkLst>
          <pc:docMk/>
          <pc:sldMk cId="0" sldId="268"/>
        </pc:sldMkLst>
        <pc:spChg chg="mod">
          <ac:chgData name="Matrisciano, Salvatore" userId="faaac180-6cce-4db1-bdfa-60d62fdd4adb" providerId="ADAL" clId="{29623C48-0A88-510E-8DC5-E09F167645C6}" dt="2026-09-28T08:23:07.553" v="4725" actId="1035"/>
          <ac:spMkLst>
            <pc:docMk/>
            <pc:sldMk cId="0" sldId="268"/>
            <ac:spMk id="3" creationId="{00000000-0000-0000-0000-000000000000}"/>
          </ac:spMkLst>
        </pc:spChg>
        <pc:spChg chg="mod">
          <ac:chgData name="Matrisciano, Salvatore" userId="faaac180-6cce-4db1-bdfa-60d62fdd4adb" providerId="ADAL" clId="{29623C48-0A88-510E-8DC5-E09F167645C6}" dt="2026-09-28T08:23:07.553" v="4725" actId="1035"/>
          <ac:spMkLst>
            <pc:docMk/>
            <pc:sldMk cId="0" sldId="268"/>
            <ac:spMk id="4" creationId="{00000000-0000-0000-0000-000000000000}"/>
          </ac:spMkLst>
        </pc:spChg>
        <pc:spChg chg="mod">
          <ac:chgData name="Matrisciano, Salvatore" userId="faaac180-6cce-4db1-bdfa-60d62fdd4adb" providerId="ADAL" clId="{29623C48-0A88-510E-8DC5-E09F167645C6}" dt="2026-09-28T08:23:29.145" v="4729" actId="1036"/>
          <ac:spMkLst>
            <pc:docMk/>
            <pc:sldMk cId="0" sldId="268"/>
            <ac:spMk id="5" creationId="{00000000-0000-0000-0000-000000000000}"/>
          </ac:spMkLst>
        </pc:spChg>
        <pc:spChg chg="mod">
          <ac:chgData name="Matrisciano, Salvatore" userId="faaac180-6cce-4db1-bdfa-60d62fdd4adb" providerId="ADAL" clId="{29623C48-0A88-510E-8DC5-E09F167645C6}" dt="2026-09-28T08:23:29.145" v="4729" actId="1036"/>
          <ac:spMkLst>
            <pc:docMk/>
            <pc:sldMk cId="0" sldId="268"/>
            <ac:spMk id="6" creationId="{00000000-0000-0000-0000-000000000000}"/>
          </ac:spMkLst>
        </pc:spChg>
        <pc:spChg chg="mod">
          <ac:chgData name="Matrisciano, Salvatore" userId="faaac180-6cce-4db1-bdfa-60d62fdd4adb" providerId="ADAL" clId="{29623C48-0A88-510E-8DC5-E09F167645C6}" dt="2026-09-28T08:23:29.145" v="4729" actId="1036"/>
          <ac:spMkLst>
            <pc:docMk/>
            <pc:sldMk cId="0" sldId="268"/>
            <ac:spMk id="7" creationId="{00000000-0000-0000-0000-000000000000}"/>
          </ac:spMkLst>
        </pc:spChg>
        <pc:spChg chg="mod">
          <ac:chgData name="Matrisciano, Salvatore" userId="faaac180-6cce-4db1-bdfa-60d62fdd4adb" providerId="ADAL" clId="{29623C48-0A88-510E-8DC5-E09F167645C6}" dt="2026-09-28T08:23:29.145" v="4729" actId="1036"/>
          <ac:spMkLst>
            <pc:docMk/>
            <pc:sldMk cId="0" sldId="268"/>
            <ac:spMk id="8" creationId="{00000000-0000-0000-0000-000000000000}"/>
          </ac:spMkLst>
        </pc:spChg>
        <pc:spChg chg="mod">
          <ac:chgData name="Matrisciano, Salvatore" userId="faaac180-6cce-4db1-bdfa-60d62fdd4adb" providerId="ADAL" clId="{29623C48-0A88-510E-8DC5-E09F167645C6}" dt="2026-09-28T08:23:29.145" v="4729" actId="1036"/>
          <ac:spMkLst>
            <pc:docMk/>
            <pc:sldMk cId="0" sldId="268"/>
            <ac:spMk id="9" creationId="{00000000-0000-0000-0000-000000000000}"/>
          </ac:spMkLst>
        </pc:spChg>
        <pc:spChg chg="mod">
          <ac:chgData name="Matrisciano, Salvatore" userId="faaac180-6cce-4db1-bdfa-60d62fdd4adb" providerId="ADAL" clId="{29623C48-0A88-510E-8DC5-E09F167645C6}" dt="2026-09-28T08:23:29.145" v="4729" actId="1036"/>
          <ac:spMkLst>
            <pc:docMk/>
            <pc:sldMk cId="0" sldId="268"/>
            <ac:spMk id="10" creationId="{00000000-0000-0000-0000-000000000000}"/>
          </ac:spMkLst>
        </pc:spChg>
        <pc:spChg chg="mod">
          <ac:chgData name="Matrisciano, Salvatore" userId="faaac180-6cce-4db1-bdfa-60d62fdd4adb" providerId="ADAL" clId="{29623C48-0A88-510E-8DC5-E09F167645C6}" dt="2026-09-28T08:23:29.145" v="4729" actId="1036"/>
          <ac:spMkLst>
            <pc:docMk/>
            <pc:sldMk cId="0" sldId="268"/>
            <ac:spMk id="11" creationId="{00000000-0000-0000-0000-000000000000}"/>
          </ac:spMkLst>
        </pc:spChg>
        <pc:spChg chg="mod">
          <ac:chgData name="Matrisciano, Salvatore" userId="faaac180-6cce-4db1-bdfa-60d62fdd4adb" providerId="ADAL" clId="{29623C48-0A88-510E-8DC5-E09F167645C6}" dt="2026-09-28T08:23:29.145" v="4729" actId="1036"/>
          <ac:spMkLst>
            <pc:docMk/>
            <pc:sldMk cId="0" sldId="268"/>
            <ac:spMk id="12" creationId="{00000000-0000-0000-0000-000000000000}"/>
          </ac:spMkLst>
        </pc:spChg>
        <pc:spChg chg="mod">
          <ac:chgData name="Matrisciano, Salvatore" userId="faaac180-6cce-4db1-bdfa-60d62fdd4adb" providerId="ADAL" clId="{29623C48-0A88-510E-8DC5-E09F167645C6}" dt="2026-09-28T08:24:12.920" v="4747" actId="20577"/>
          <ac:spMkLst>
            <pc:docMk/>
            <pc:sldMk cId="0" sldId="268"/>
            <ac:spMk id="13" creationId="{00000000-0000-0000-0000-000000000000}"/>
          </ac:spMkLst>
        </pc:spChg>
        <pc:spChg chg="mod">
          <ac:chgData name="Matrisciano, Salvatore" userId="faaac180-6cce-4db1-bdfa-60d62fdd4adb" providerId="ADAL" clId="{29623C48-0A88-510E-8DC5-E09F167645C6}" dt="2026-09-28T08:23:29.145" v="4729" actId="1036"/>
          <ac:spMkLst>
            <pc:docMk/>
            <pc:sldMk cId="0" sldId="268"/>
            <ac:spMk id="14" creationId="{00000000-0000-0000-0000-000000000000}"/>
          </ac:spMkLst>
        </pc:spChg>
        <pc:spChg chg="mod">
          <ac:chgData name="Matrisciano, Salvatore" userId="faaac180-6cce-4db1-bdfa-60d62fdd4adb" providerId="ADAL" clId="{29623C48-0A88-510E-8DC5-E09F167645C6}" dt="2026-09-28T08:22:17.476" v="4715" actId="255"/>
          <ac:spMkLst>
            <pc:docMk/>
            <pc:sldMk cId="0" sldId="268"/>
            <ac:spMk id="15" creationId="{00000000-0000-0000-0000-000000000000}"/>
          </ac:spMkLst>
        </pc:spChg>
      </pc:sldChg>
      <pc:sldChg chg="modSp del mod modNotesTx">
        <pc:chgData name="Matrisciano, Salvatore" userId="faaac180-6cce-4db1-bdfa-60d62fdd4adb" providerId="ADAL" clId="{29623C48-0A88-510E-8DC5-E09F167645C6}" dt="2026-09-28T08:30:29.185" v="4814" actId="2696"/>
        <pc:sldMkLst>
          <pc:docMk/>
          <pc:sldMk cId="0" sldId="269"/>
        </pc:sldMkLst>
      </pc:sldChg>
      <pc:sldChg chg="modSp mod modNotesTx">
        <pc:chgData name="Matrisciano, Salvatore" userId="faaac180-6cce-4db1-bdfa-60d62fdd4adb" providerId="ADAL" clId="{29623C48-0A88-510E-8DC5-E09F167645C6}" dt="2026-09-28T08:33:37.185" v="4884" actId="1035"/>
        <pc:sldMkLst>
          <pc:docMk/>
          <pc:sldMk cId="0" sldId="270"/>
        </pc:sldMkLst>
        <pc:spChg chg="mod">
          <ac:chgData name="Matrisciano, Salvatore" userId="faaac180-6cce-4db1-bdfa-60d62fdd4adb" providerId="ADAL" clId="{29623C48-0A88-510E-8DC5-E09F167645C6}" dt="2026-09-28T08:31:54.958" v="4834" actId="1035"/>
          <ac:spMkLst>
            <pc:docMk/>
            <pc:sldMk cId="0" sldId="270"/>
            <ac:spMk id="2" creationId="{00000000-0000-0000-0000-000000000000}"/>
          </ac:spMkLst>
        </pc:spChg>
        <pc:spChg chg="mod">
          <ac:chgData name="Matrisciano, Salvatore" userId="faaac180-6cce-4db1-bdfa-60d62fdd4adb" providerId="ADAL" clId="{29623C48-0A88-510E-8DC5-E09F167645C6}" dt="2026-09-28T08:31:54.958" v="4834" actId="1035"/>
          <ac:spMkLst>
            <pc:docMk/>
            <pc:sldMk cId="0" sldId="270"/>
            <ac:spMk id="3" creationId="{00000000-0000-0000-0000-000000000000}"/>
          </ac:spMkLst>
        </pc:spChg>
        <pc:spChg chg="mod">
          <ac:chgData name="Matrisciano, Salvatore" userId="faaac180-6cce-4db1-bdfa-60d62fdd4adb" providerId="ADAL" clId="{29623C48-0A88-510E-8DC5-E09F167645C6}" dt="2026-09-28T08:33:02.514" v="4867" actId="14100"/>
          <ac:spMkLst>
            <pc:docMk/>
            <pc:sldMk cId="0" sldId="270"/>
            <ac:spMk id="4" creationId="{00000000-0000-0000-0000-000000000000}"/>
          </ac:spMkLst>
        </pc:spChg>
        <pc:spChg chg="mod">
          <ac:chgData name="Matrisciano, Salvatore" userId="faaac180-6cce-4db1-bdfa-60d62fdd4adb" providerId="ADAL" clId="{29623C48-0A88-510E-8DC5-E09F167645C6}" dt="2026-09-28T08:33:10.039" v="4871" actId="1036"/>
          <ac:spMkLst>
            <pc:docMk/>
            <pc:sldMk cId="0" sldId="270"/>
            <ac:spMk id="5" creationId="{00000000-0000-0000-0000-000000000000}"/>
          </ac:spMkLst>
        </pc:spChg>
        <pc:spChg chg="mod">
          <ac:chgData name="Matrisciano, Salvatore" userId="faaac180-6cce-4db1-bdfa-60d62fdd4adb" providerId="ADAL" clId="{29623C48-0A88-510E-8DC5-E09F167645C6}" dt="2026-09-28T08:33:16.385" v="4874" actId="1036"/>
          <ac:spMkLst>
            <pc:docMk/>
            <pc:sldMk cId="0" sldId="270"/>
            <ac:spMk id="6" creationId="{00000000-0000-0000-0000-000000000000}"/>
          </ac:spMkLst>
        </pc:spChg>
        <pc:spChg chg="mod">
          <ac:chgData name="Matrisciano, Salvatore" userId="faaac180-6cce-4db1-bdfa-60d62fdd4adb" providerId="ADAL" clId="{29623C48-0A88-510E-8DC5-E09F167645C6}" dt="2026-09-28T08:33:05.489" v="4868" actId="14100"/>
          <ac:spMkLst>
            <pc:docMk/>
            <pc:sldMk cId="0" sldId="270"/>
            <ac:spMk id="7" creationId="{00000000-0000-0000-0000-000000000000}"/>
          </ac:spMkLst>
        </pc:spChg>
        <pc:spChg chg="mod">
          <ac:chgData name="Matrisciano, Salvatore" userId="faaac180-6cce-4db1-bdfa-60d62fdd4adb" providerId="ADAL" clId="{29623C48-0A88-510E-8DC5-E09F167645C6}" dt="2026-09-28T08:33:10.039" v="4871" actId="1036"/>
          <ac:spMkLst>
            <pc:docMk/>
            <pc:sldMk cId="0" sldId="270"/>
            <ac:spMk id="8" creationId="{00000000-0000-0000-0000-000000000000}"/>
          </ac:spMkLst>
        </pc:spChg>
        <pc:spChg chg="mod">
          <ac:chgData name="Matrisciano, Salvatore" userId="faaac180-6cce-4db1-bdfa-60d62fdd4adb" providerId="ADAL" clId="{29623C48-0A88-510E-8DC5-E09F167645C6}" dt="2026-09-28T08:33:16.385" v="4874" actId="1036"/>
          <ac:spMkLst>
            <pc:docMk/>
            <pc:sldMk cId="0" sldId="270"/>
            <ac:spMk id="9" creationId="{00000000-0000-0000-0000-000000000000}"/>
          </ac:spMkLst>
        </pc:spChg>
        <pc:spChg chg="mod">
          <ac:chgData name="Matrisciano, Salvatore" userId="faaac180-6cce-4db1-bdfa-60d62fdd4adb" providerId="ADAL" clId="{29623C48-0A88-510E-8DC5-E09F167645C6}" dt="2026-09-28T08:33:37.185" v="4884" actId="1035"/>
          <ac:spMkLst>
            <pc:docMk/>
            <pc:sldMk cId="0" sldId="270"/>
            <ac:spMk id="10" creationId="{00000000-0000-0000-0000-000000000000}"/>
          </ac:spMkLst>
        </pc:spChg>
        <pc:spChg chg="mod">
          <ac:chgData name="Matrisciano, Salvatore" userId="faaac180-6cce-4db1-bdfa-60d62fdd4adb" providerId="ADAL" clId="{29623C48-0A88-510E-8DC5-E09F167645C6}" dt="2026-09-28T08:33:37.185" v="4884" actId="1035"/>
          <ac:spMkLst>
            <pc:docMk/>
            <pc:sldMk cId="0" sldId="270"/>
            <ac:spMk id="11" creationId="{00000000-0000-0000-0000-000000000000}"/>
          </ac:spMkLst>
        </pc:spChg>
        <pc:spChg chg="mod">
          <ac:chgData name="Matrisciano, Salvatore" userId="faaac180-6cce-4db1-bdfa-60d62fdd4adb" providerId="ADAL" clId="{29623C48-0A88-510E-8DC5-E09F167645C6}" dt="2026-09-28T08:33:37.185" v="4884" actId="1035"/>
          <ac:spMkLst>
            <pc:docMk/>
            <pc:sldMk cId="0" sldId="270"/>
            <ac:spMk id="12" creationId="{00000000-0000-0000-0000-000000000000}"/>
          </ac:spMkLst>
        </pc:spChg>
        <pc:spChg chg="mod">
          <ac:chgData name="Matrisciano, Salvatore" userId="faaac180-6cce-4db1-bdfa-60d62fdd4adb" providerId="ADAL" clId="{29623C48-0A88-510E-8DC5-E09F167645C6}" dt="2026-09-28T08:33:37.185" v="4884" actId="1035"/>
          <ac:spMkLst>
            <pc:docMk/>
            <pc:sldMk cId="0" sldId="270"/>
            <ac:spMk id="13" creationId="{00000000-0000-0000-0000-000000000000}"/>
          </ac:spMkLst>
        </pc:spChg>
        <pc:spChg chg="mod">
          <ac:chgData name="Matrisciano, Salvatore" userId="faaac180-6cce-4db1-bdfa-60d62fdd4adb" providerId="ADAL" clId="{29623C48-0A88-510E-8DC5-E09F167645C6}" dt="2026-09-28T08:33:37.185" v="4884" actId="1035"/>
          <ac:spMkLst>
            <pc:docMk/>
            <pc:sldMk cId="0" sldId="270"/>
            <ac:spMk id="14" creationId="{00000000-0000-0000-0000-000000000000}"/>
          </ac:spMkLst>
        </pc:spChg>
        <pc:spChg chg="mod">
          <ac:chgData name="Matrisciano, Salvatore" userId="faaac180-6cce-4db1-bdfa-60d62fdd4adb" providerId="ADAL" clId="{29623C48-0A88-510E-8DC5-E09F167645C6}" dt="2026-09-28T08:33:37.185" v="4884" actId="1035"/>
          <ac:spMkLst>
            <pc:docMk/>
            <pc:sldMk cId="0" sldId="270"/>
            <ac:spMk id="15" creationId="{00000000-0000-0000-0000-000000000000}"/>
          </ac:spMkLst>
        </pc:spChg>
      </pc:sldChg>
      <pc:sldChg chg="modSp mod modNotesTx">
        <pc:chgData name="Matrisciano, Salvatore" userId="faaac180-6cce-4db1-bdfa-60d62fdd4adb" providerId="ADAL" clId="{29623C48-0A88-510E-8DC5-E09F167645C6}" dt="2026-09-28T12:27:59.921" v="5717" actId="20577"/>
        <pc:sldMkLst>
          <pc:docMk/>
          <pc:sldMk cId="0" sldId="271"/>
        </pc:sldMkLst>
        <pc:spChg chg="mod">
          <ac:chgData name="Matrisciano, Salvatore" userId="faaac180-6cce-4db1-bdfa-60d62fdd4adb" providerId="ADAL" clId="{29623C48-0A88-510E-8DC5-E09F167645C6}" dt="2026-09-28T08:34:51.028" v="4887" actId="255"/>
          <ac:spMkLst>
            <pc:docMk/>
            <pc:sldMk cId="0" sldId="271"/>
            <ac:spMk id="3" creationId="{00000000-0000-0000-0000-000000000000}"/>
          </ac:spMkLst>
        </pc:spChg>
        <pc:spChg chg="mod">
          <ac:chgData name="Matrisciano, Salvatore" userId="faaac180-6cce-4db1-bdfa-60d62fdd4adb" providerId="ADAL" clId="{29623C48-0A88-510E-8DC5-E09F167645C6}" dt="2026-09-28T08:35:19.782" v="4894" actId="1037"/>
          <ac:spMkLst>
            <pc:docMk/>
            <pc:sldMk cId="0" sldId="271"/>
            <ac:spMk id="4" creationId="{00000000-0000-0000-0000-000000000000}"/>
          </ac:spMkLst>
        </pc:spChg>
        <pc:spChg chg="mod">
          <ac:chgData name="Matrisciano, Salvatore" userId="faaac180-6cce-4db1-bdfa-60d62fdd4adb" providerId="ADAL" clId="{29623C48-0A88-510E-8DC5-E09F167645C6}" dt="2026-09-28T08:41:19.448" v="4945" actId="255"/>
          <ac:spMkLst>
            <pc:docMk/>
            <pc:sldMk cId="0" sldId="271"/>
            <ac:spMk id="6" creationId="{00000000-0000-0000-0000-000000000000}"/>
          </ac:spMkLst>
        </pc:spChg>
        <pc:spChg chg="mod">
          <ac:chgData name="Matrisciano, Salvatore" userId="faaac180-6cce-4db1-bdfa-60d62fdd4adb" providerId="ADAL" clId="{29623C48-0A88-510E-8DC5-E09F167645C6}" dt="2026-09-28T08:36:57.942" v="4906" actId="255"/>
          <ac:spMkLst>
            <pc:docMk/>
            <pc:sldMk cId="0" sldId="271"/>
            <ac:spMk id="7" creationId="{00000000-0000-0000-0000-000000000000}"/>
          </ac:spMkLst>
        </pc:spChg>
        <pc:spChg chg="mod">
          <ac:chgData name="Matrisciano, Salvatore" userId="faaac180-6cce-4db1-bdfa-60d62fdd4adb" providerId="ADAL" clId="{29623C48-0A88-510E-8DC5-E09F167645C6}" dt="2026-09-28T12:27:59.921" v="5717" actId="20577"/>
          <ac:spMkLst>
            <pc:docMk/>
            <pc:sldMk cId="0" sldId="271"/>
            <ac:spMk id="9" creationId="{00000000-0000-0000-0000-000000000000}"/>
          </ac:spMkLst>
        </pc:spChg>
        <pc:spChg chg="mod">
          <ac:chgData name="Matrisciano, Salvatore" userId="faaac180-6cce-4db1-bdfa-60d62fdd4adb" providerId="ADAL" clId="{29623C48-0A88-510E-8DC5-E09F167645C6}" dt="2026-09-28T08:40:22.516" v="4931" actId="14100"/>
          <ac:spMkLst>
            <pc:docMk/>
            <pc:sldMk cId="0" sldId="271"/>
            <ac:spMk id="10" creationId="{00000000-0000-0000-0000-000000000000}"/>
          </ac:spMkLst>
        </pc:spChg>
        <pc:spChg chg="mod">
          <ac:chgData name="Matrisciano, Salvatore" userId="faaac180-6cce-4db1-bdfa-60d62fdd4adb" providerId="ADAL" clId="{29623C48-0A88-510E-8DC5-E09F167645C6}" dt="2026-09-28T08:40:50.892" v="4944" actId="1036"/>
          <ac:spMkLst>
            <pc:docMk/>
            <pc:sldMk cId="0" sldId="271"/>
            <ac:spMk id="12" creationId="{00000000-0000-0000-0000-000000000000}"/>
          </ac:spMkLst>
        </pc:spChg>
        <pc:spChg chg="mod">
          <ac:chgData name="Matrisciano, Salvatore" userId="faaac180-6cce-4db1-bdfa-60d62fdd4adb" providerId="ADAL" clId="{29623C48-0A88-510E-8DC5-E09F167645C6}" dt="2026-09-28T08:40:50.892" v="4944" actId="1036"/>
          <ac:spMkLst>
            <pc:docMk/>
            <pc:sldMk cId="0" sldId="271"/>
            <ac:spMk id="13" creationId="{00000000-0000-0000-0000-000000000000}"/>
          </ac:spMkLst>
        </pc:spChg>
        <pc:spChg chg="mod">
          <ac:chgData name="Matrisciano, Salvatore" userId="faaac180-6cce-4db1-bdfa-60d62fdd4adb" providerId="ADAL" clId="{29623C48-0A88-510E-8DC5-E09F167645C6}" dt="2026-09-28T08:40:50.892" v="4944" actId="1036"/>
          <ac:spMkLst>
            <pc:docMk/>
            <pc:sldMk cId="0" sldId="271"/>
            <ac:spMk id="15" creationId="{00000000-0000-0000-0000-000000000000}"/>
          </ac:spMkLst>
        </pc:spChg>
        <pc:spChg chg="mod">
          <ac:chgData name="Matrisciano, Salvatore" userId="faaac180-6cce-4db1-bdfa-60d62fdd4adb" providerId="ADAL" clId="{29623C48-0A88-510E-8DC5-E09F167645C6}" dt="2026-09-28T08:40:50.892" v="4944" actId="1036"/>
          <ac:spMkLst>
            <pc:docMk/>
            <pc:sldMk cId="0" sldId="271"/>
            <ac:spMk id="18" creationId="{4A308AD7-DF4F-958C-6DD7-9D45450F6537}"/>
          </ac:spMkLst>
        </pc:spChg>
        <pc:spChg chg="mod">
          <ac:chgData name="Matrisciano, Salvatore" userId="faaac180-6cce-4db1-bdfa-60d62fdd4adb" providerId="ADAL" clId="{29623C48-0A88-510E-8DC5-E09F167645C6}" dt="2026-09-28T08:40:50.892" v="4944" actId="1036"/>
          <ac:spMkLst>
            <pc:docMk/>
            <pc:sldMk cId="0" sldId="271"/>
            <ac:spMk id="19" creationId="{CFAF86CB-4DC8-B1A0-E3F6-182B78A29C5E}"/>
          </ac:spMkLst>
        </pc:spChg>
        <pc:spChg chg="mod">
          <ac:chgData name="Matrisciano, Salvatore" userId="faaac180-6cce-4db1-bdfa-60d62fdd4adb" providerId="ADAL" clId="{29623C48-0A88-510E-8DC5-E09F167645C6}" dt="2026-09-28T08:40:29.697" v="4934" actId="14100"/>
          <ac:spMkLst>
            <pc:docMk/>
            <pc:sldMk cId="0" sldId="271"/>
            <ac:spMk id="22" creationId="{1BB537FF-2E15-7E0A-63CC-43AF98C52326}"/>
          </ac:spMkLst>
        </pc:spChg>
        <pc:spChg chg="mod">
          <ac:chgData name="Matrisciano, Salvatore" userId="faaac180-6cce-4db1-bdfa-60d62fdd4adb" providerId="ADAL" clId="{29623C48-0A88-510E-8DC5-E09F167645C6}" dt="2026-09-28T08:40:32.270" v="4935" actId="14100"/>
          <ac:spMkLst>
            <pc:docMk/>
            <pc:sldMk cId="0" sldId="271"/>
            <ac:spMk id="23" creationId="{27C96B67-D110-0B96-A35B-DA35C702EDC7}"/>
          </ac:spMkLst>
        </pc:spChg>
        <pc:spChg chg="mod">
          <ac:chgData name="Matrisciano, Salvatore" userId="faaac180-6cce-4db1-bdfa-60d62fdd4adb" providerId="ADAL" clId="{29623C48-0A88-510E-8DC5-E09F167645C6}" dt="2026-09-28T08:40:50.892" v="4944" actId="1036"/>
          <ac:spMkLst>
            <pc:docMk/>
            <pc:sldMk cId="0" sldId="271"/>
            <ac:spMk id="26" creationId="{2A2ACE08-D46B-DD8E-64BA-88D74DD7DD1D}"/>
          </ac:spMkLst>
        </pc:spChg>
        <pc:spChg chg="mod">
          <ac:chgData name="Matrisciano, Salvatore" userId="faaac180-6cce-4db1-bdfa-60d62fdd4adb" providerId="ADAL" clId="{29623C48-0A88-510E-8DC5-E09F167645C6}" dt="2026-09-28T08:40:50.892" v="4944" actId="1036"/>
          <ac:spMkLst>
            <pc:docMk/>
            <pc:sldMk cId="0" sldId="271"/>
            <ac:spMk id="27" creationId="{E23A065A-A4EC-AD1E-902F-A464AEEEC8AD}"/>
          </ac:spMkLst>
        </pc:spChg>
        <pc:spChg chg="mod">
          <ac:chgData name="Matrisciano, Salvatore" userId="faaac180-6cce-4db1-bdfa-60d62fdd4adb" providerId="ADAL" clId="{29623C48-0A88-510E-8DC5-E09F167645C6}" dt="2026-09-28T08:40:50.892" v="4944" actId="1036"/>
          <ac:spMkLst>
            <pc:docMk/>
            <pc:sldMk cId="0" sldId="271"/>
            <ac:spMk id="30" creationId="{E92B8EA7-1589-122E-2826-DF120881C004}"/>
          </ac:spMkLst>
        </pc:spChg>
        <pc:spChg chg="mod">
          <ac:chgData name="Matrisciano, Salvatore" userId="faaac180-6cce-4db1-bdfa-60d62fdd4adb" providerId="ADAL" clId="{29623C48-0A88-510E-8DC5-E09F167645C6}" dt="2026-09-28T08:40:50.892" v="4944" actId="1036"/>
          <ac:spMkLst>
            <pc:docMk/>
            <pc:sldMk cId="0" sldId="271"/>
            <ac:spMk id="31" creationId="{93395D28-DB23-18BF-81E9-91A60F5D63AA}"/>
          </ac:spMkLst>
        </pc:spChg>
        <pc:spChg chg="mod">
          <ac:chgData name="Matrisciano, Salvatore" userId="faaac180-6cce-4db1-bdfa-60d62fdd4adb" providerId="ADAL" clId="{29623C48-0A88-510E-8DC5-E09F167645C6}" dt="2026-09-28T08:40:50.892" v="4944" actId="1036"/>
          <ac:spMkLst>
            <pc:docMk/>
            <pc:sldMk cId="0" sldId="271"/>
            <ac:spMk id="32" creationId="{424E8A60-A9EF-C8A1-A1EC-5338B642ACCA}"/>
          </ac:spMkLst>
        </pc:spChg>
      </pc:sldChg>
      <pc:sldChg chg="modSp mod modNotesTx">
        <pc:chgData name="Matrisciano, Salvatore" userId="faaac180-6cce-4db1-bdfa-60d62fdd4adb" providerId="ADAL" clId="{29623C48-0A88-510E-8DC5-E09F167645C6}" dt="2026-09-28T08:44:57.900" v="5039" actId="1076"/>
        <pc:sldMkLst>
          <pc:docMk/>
          <pc:sldMk cId="0" sldId="272"/>
        </pc:sldMkLst>
        <pc:spChg chg="mod">
          <ac:chgData name="Matrisciano, Salvatore" userId="faaac180-6cce-4db1-bdfa-60d62fdd4adb" providerId="ADAL" clId="{29623C48-0A88-510E-8DC5-E09F167645C6}" dt="2026-09-28T08:42:19.289" v="4985" actId="1035"/>
          <ac:spMkLst>
            <pc:docMk/>
            <pc:sldMk cId="0" sldId="272"/>
            <ac:spMk id="2" creationId="{00000000-0000-0000-0000-000000000000}"/>
          </ac:spMkLst>
        </pc:spChg>
        <pc:spChg chg="mod">
          <ac:chgData name="Matrisciano, Salvatore" userId="faaac180-6cce-4db1-bdfa-60d62fdd4adb" providerId="ADAL" clId="{29623C48-0A88-510E-8DC5-E09F167645C6}" dt="2026-09-28T08:42:19.289" v="4985" actId="1035"/>
          <ac:spMkLst>
            <pc:docMk/>
            <pc:sldMk cId="0" sldId="272"/>
            <ac:spMk id="3" creationId="{00000000-0000-0000-0000-000000000000}"/>
          </ac:spMkLst>
        </pc:spChg>
        <pc:spChg chg="mod">
          <ac:chgData name="Matrisciano, Salvatore" userId="faaac180-6cce-4db1-bdfa-60d62fdd4adb" providerId="ADAL" clId="{29623C48-0A88-510E-8DC5-E09F167645C6}" dt="2026-09-28T08:42:53.607" v="5005" actId="255"/>
          <ac:spMkLst>
            <pc:docMk/>
            <pc:sldMk cId="0" sldId="272"/>
            <ac:spMk id="5" creationId="{00000000-0000-0000-0000-000000000000}"/>
          </ac:spMkLst>
        </pc:spChg>
        <pc:spChg chg="mod">
          <ac:chgData name="Matrisciano, Salvatore" userId="faaac180-6cce-4db1-bdfa-60d62fdd4adb" providerId="ADAL" clId="{29623C48-0A88-510E-8DC5-E09F167645C6}" dt="2026-09-28T08:43:31.616" v="5023" actId="1036"/>
          <ac:spMkLst>
            <pc:docMk/>
            <pc:sldMk cId="0" sldId="272"/>
            <ac:spMk id="6" creationId="{00000000-0000-0000-0000-000000000000}"/>
          </ac:spMkLst>
        </pc:spChg>
        <pc:spChg chg="mod">
          <ac:chgData name="Matrisciano, Salvatore" userId="faaac180-6cce-4db1-bdfa-60d62fdd4adb" providerId="ADAL" clId="{29623C48-0A88-510E-8DC5-E09F167645C6}" dt="2026-09-28T08:42:49.769" v="5004" actId="255"/>
          <ac:spMkLst>
            <pc:docMk/>
            <pc:sldMk cId="0" sldId="272"/>
            <ac:spMk id="8" creationId="{00000000-0000-0000-0000-000000000000}"/>
          </ac:spMkLst>
        </pc:spChg>
        <pc:spChg chg="mod">
          <ac:chgData name="Matrisciano, Salvatore" userId="faaac180-6cce-4db1-bdfa-60d62fdd4adb" providerId="ADAL" clId="{29623C48-0A88-510E-8DC5-E09F167645C6}" dt="2026-09-28T08:43:42.412" v="5026" actId="1076"/>
          <ac:spMkLst>
            <pc:docMk/>
            <pc:sldMk cId="0" sldId="272"/>
            <ac:spMk id="9" creationId="{00000000-0000-0000-0000-000000000000}"/>
          </ac:spMkLst>
        </pc:spChg>
        <pc:spChg chg="mod">
          <ac:chgData name="Matrisciano, Salvatore" userId="faaac180-6cce-4db1-bdfa-60d62fdd4adb" providerId="ADAL" clId="{29623C48-0A88-510E-8DC5-E09F167645C6}" dt="2026-09-28T08:42:56.614" v="5006" actId="255"/>
          <ac:spMkLst>
            <pc:docMk/>
            <pc:sldMk cId="0" sldId="272"/>
            <ac:spMk id="11" creationId="{00000000-0000-0000-0000-000000000000}"/>
          </ac:spMkLst>
        </pc:spChg>
        <pc:spChg chg="mod">
          <ac:chgData name="Matrisciano, Salvatore" userId="faaac180-6cce-4db1-bdfa-60d62fdd4adb" providerId="ADAL" clId="{29623C48-0A88-510E-8DC5-E09F167645C6}" dt="2026-09-28T08:44:57.900" v="5039" actId="1076"/>
          <ac:spMkLst>
            <pc:docMk/>
            <pc:sldMk cId="0" sldId="272"/>
            <ac:spMk id="12" creationId="{00000000-0000-0000-0000-000000000000}"/>
          </ac:spMkLst>
        </pc:spChg>
        <pc:spChg chg="mod">
          <ac:chgData name="Matrisciano, Salvatore" userId="faaac180-6cce-4db1-bdfa-60d62fdd4adb" providerId="ADAL" clId="{29623C48-0A88-510E-8DC5-E09F167645C6}" dt="2026-09-28T08:43:22.837" v="5013" actId="14100"/>
          <ac:spMkLst>
            <pc:docMk/>
            <pc:sldMk cId="0" sldId="272"/>
            <ac:spMk id="14" creationId="{00000000-0000-0000-0000-000000000000}"/>
          </ac:spMkLst>
        </pc:spChg>
        <pc:spChg chg="mod">
          <ac:chgData name="Matrisciano, Salvatore" userId="faaac180-6cce-4db1-bdfa-60d62fdd4adb" providerId="ADAL" clId="{29623C48-0A88-510E-8DC5-E09F167645C6}" dt="2026-09-28T08:43:35.653" v="5024" actId="14100"/>
          <ac:spMkLst>
            <pc:docMk/>
            <pc:sldMk cId="0" sldId="272"/>
            <ac:spMk id="15" creationId="{00000000-0000-0000-0000-000000000000}"/>
          </ac:spMkLst>
        </pc:spChg>
        <pc:spChg chg="mod">
          <ac:chgData name="Matrisciano, Salvatore" userId="faaac180-6cce-4db1-bdfa-60d62fdd4adb" providerId="ADAL" clId="{29623C48-0A88-510E-8DC5-E09F167645C6}" dt="2026-09-28T08:43:46.461" v="5027" actId="14100"/>
          <ac:spMkLst>
            <pc:docMk/>
            <pc:sldMk cId="0" sldId="272"/>
            <ac:spMk id="16" creationId="{00000000-0000-0000-0000-000000000000}"/>
          </ac:spMkLst>
        </pc:spChg>
      </pc:sldChg>
      <pc:sldChg chg="modSp del mod modNotesTx">
        <pc:chgData name="Matrisciano, Salvatore" userId="faaac180-6cce-4db1-bdfa-60d62fdd4adb" providerId="ADAL" clId="{29623C48-0A88-510E-8DC5-E09F167645C6}" dt="2026-09-28T08:55:43.611" v="5211" actId="2696"/>
        <pc:sldMkLst>
          <pc:docMk/>
          <pc:sldMk cId="0" sldId="273"/>
        </pc:sldMkLst>
        <pc:spChg chg="mod">
          <ac:chgData name="Matrisciano, Salvatore" userId="faaac180-6cce-4db1-bdfa-60d62fdd4adb" providerId="ADAL" clId="{29623C48-0A88-510E-8DC5-E09F167645C6}" dt="2026-09-28T08:49:37.016" v="5075" actId="255"/>
          <ac:spMkLst>
            <pc:docMk/>
            <pc:sldMk cId="0" sldId="273"/>
            <ac:spMk id="2" creationId="{00000000-0000-0000-0000-000000000000}"/>
          </ac:spMkLst>
        </pc:spChg>
        <pc:spChg chg="mod">
          <ac:chgData name="Matrisciano, Salvatore" userId="faaac180-6cce-4db1-bdfa-60d62fdd4adb" providerId="ADAL" clId="{29623C48-0A88-510E-8DC5-E09F167645C6}" dt="2026-09-28T08:49:50.851" v="5078" actId="255"/>
          <ac:spMkLst>
            <pc:docMk/>
            <pc:sldMk cId="0" sldId="273"/>
            <ac:spMk id="3" creationId="{00000000-0000-0000-0000-000000000000}"/>
          </ac:spMkLst>
        </pc:spChg>
      </pc:sldChg>
      <pc:sldChg chg="modSp mod modNotesTx">
        <pc:chgData name="Matrisciano, Salvatore" userId="faaac180-6cce-4db1-bdfa-60d62fdd4adb" providerId="ADAL" clId="{29623C48-0A88-510E-8DC5-E09F167645C6}" dt="2026-09-28T08:56:33.901" v="5216" actId="255"/>
        <pc:sldMkLst>
          <pc:docMk/>
          <pc:sldMk cId="0" sldId="274"/>
        </pc:sldMkLst>
        <pc:spChg chg="mod">
          <ac:chgData name="Matrisciano, Salvatore" userId="faaac180-6cce-4db1-bdfa-60d62fdd4adb" providerId="ADAL" clId="{29623C48-0A88-510E-8DC5-E09F167645C6}" dt="2026-09-28T08:56:09.097" v="5212" actId="255"/>
          <ac:spMkLst>
            <pc:docMk/>
            <pc:sldMk cId="0" sldId="274"/>
            <ac:spMk id="3" creationId="{00000000-0000-0000-0000-000000000000}"/>
          </ac:spMkLst>
        </pc:spChg>
        <pc:spChg chg="mod">
          <ac:chgData name="Matrisciano, Salvatore" userId="faaac180-6cce-4db1-bdfa-60d62fdd4adb" providerId="ADAL" clId="{29623C48-0A88-510E-8DC5-E09F167645C6}" dt="2026-09-28T08:56:22.412" v="5214" actId="255"/>
          <ac:spMkLst>
            <pc:docMk/>
            <pc:sldMk cId="0" sldId="274"/>
            <ac:spMk id="4" creationId="{00000000-0000-0000-0000-000000000000}"/>
          </ac:spMkLst>
        </pc:spChg>
        <pc:spChg chg="mod">
          <ac:chgData name="Matrisciano, Salvatore" userId="faaac180-6cce-4db1-bdfa-60d62fdd4adb" providerId="ADAL" clId="{29623C48-0A88-510E-8DC5-E09F167645C6}" dt="2026-09-28T08:56:33.901" v="5216" actId="255"/>
          <ac:spMkLst>
            <pc:docMk/>
            <pc:sldMk cId="0" sldId="274"/>
            <ac:spMk id="5" creationId="{00000000-0000-0000-0000-000000000000}"/>
          </ac:spMkLst>
        </pc:spChg>
      </pc:sldChg>
      <pc:sldChg chg="modSp mod modNotesTx">
        <pc:chgData name="Matrisciano, Salvatore" userId="faaac180-6cce-4db1-bdfa-60d62fdd4adb" providerId="ADAL" clId="{29623C48-0A88-510E-8DC5-E09F167645C6}" dt="2026-09-28T09:02:40.630" v="5257" actId="1036"/>
        <pc:sldMkLst>
          <pc:docMk/>
          <pc:sldMk cId="0" sldId="275"/>
        </pc:sldMkLst>
        <pc:spChg chg="mod">
          <ac:chgData name="Matrisciano, Salvatore" userId="faaac180-6cce-4db1-bdfa-60d62fdd4adb" providerId="ADAL" clId="{29623C48-0A88-510E-8DC5-E09F167645C6}" dt="2026-09-28T08:59:19.328" v="5225" actId="255"/>
          <ac:spMkLst>
            <pc:docMk/>
            <pc:sldMk cId="0" sldId="275"/>
            <ac:spMk id="3" creationId="{00000000-0000-0000-0000-000000000000}"/>
          </ac:spMkLst>
        </pc:spChg>
        <pc:spChg chg="mod">
          <ac:chgData name="Matrisciano, Salvatore" userId="faaac180-6cce-4db1-bdfa-60d62fdd4adb" providerId="ADAL" clId="{29623C48-0A88-510E-8DC5-E09F167645C6}" dt="2026-09-28T09:00:59.245" v="5247" actId="1038"/>
          <ac:spMkLst>
            <pc:docMk/>
            <pc:sldMk cId="0" sldId="275"/>
            <ac:spMk id="4" creationId="{00000000-0000-0000-0000-000000000000}"/>
          </ac:spMkLst>
        </pc:spChg>
        <pc:spChg chg="mod">
          <ac:chgData name="Matrisciano, Salvatore" userId="faaac180-6cce-4db1-bdfa-60d62fdd4adb" providerId="ADAL" clId="{29623C48-0A88-510E-8DC5-E09F167645C6}" dt="2026-09-28T09:00:34.146" v="5236" actId="14100"/>
          <ac:spMkLst>
            <pc:docMk/>
            <pc:sldMk cId="0" sldId="275"/>
            <ac:spMk id="5" creationId="{00000000-0000-0000-0000-000000000000}"/>
          </ac:spMkLst>
        </pc:spChg>
        <pc:spChg chg="mod">
          <ac:chgData name="Matrisciano, Salvatore" userId="faaac180-6cce-4db1-bdfa-60d62fdd4adb" providerId="ADAL" clId="{29623C48-0A88-510E-8DC5-E09F167645C6}" dt="2026-09-28T09:02:40.630" v="5257" actId="1036"/>
          <ac:spMkLst>
            <pc:docMk/>
            <pc:sldMk cId="0" sldId="275"/>
            <ac:spMk id="6" creationId="{00000000-0000-0000-0000-000000000000}"/>
          </ac:spMkLst>
        </pc:spChg>
        <pc:spChg chg="mod">
          <ac:chgData name="Matrisciano, Salvatore" userId="faaac180-6cce-4db1-bdfa-60d62fdd4adb" providerId="ADAL" clId="{29623C48-0A88-510E-8DC5-E09F167645C6}" dt="2026-09-28T09:02:40.630" v="5257" actId="1036"/>
          <ac:spMkLst>
            <pc:docMk/>
            <pc:sldMk cId="0" sldId="275"/>
            <ac:spMk id="7" creationId="{00000000-0000-0000-0000-000000000000}"/>
          </ac:spMkLst>
        </pc:spChg>
        <pc:spChg chg="mod">
          <ac:chgData name="Matrisciano, Salvatore" userId="faaac180-6cce-4db1-bdfa-60d62fdd4adb" providerId="ADAL" clId="{29623C48-0A88-510E-8DC5-E09F167645C6}" dt="2026-09-28T09:02:40.630" v="5257" actId="1036"/>
          <ac:spMkLst>
            <pc:docMk/>
            <pc:sldMk cId="0" sldId="275"/>
            <ac:spMk id="8" creationId="{00000000-0000-0000-0000-000000000000}"/>
          </ac:spMkLst>
        </pc:spChg>
        <pc:spChg chg="mod">
          <ac:chgData name="Matrisciano, Salvatore" userId="faaac180-6cce-4db1-bdfa-60d62fdd4adb" providerId="ADAL" clId="{29623C48-0A88-510E-8DC5-E09F167645C6}" dt="2026-09-28T09:02:40.630" v="5257" actId="1036"/>
          <ac:spMkLst>
            <pc:docMk/>
            <pc:sldMk cId="0" sldId="275"/>
            <ac:spMk id="9" creationId="{00000000-0000-0000-0000-000000000000}"/>
          </ac:spMkLst>
        </pc:spChg>
        <pc:spChg chg="mod">
          <ac:chgData name="Matrisciano, Salvatore" userId="faaac180-6cce-4db1-bdfa-60d62fdd4adb" providerId="ADAL" clId="{29623C48-0A88-510E-8DC5-E09F167645C6}" dt="2026-09-28T09:02:40.630" v="5257" actId="1036"/>
          <ac:spMkLst>
            <pc:docMk/>
            <pc:sldMk cId="0" sldId="275"/>
            <ac:spMk id="10" creationId="{00000000-0000-0000-0000-000000000000}"/>
          </ac:spMkLst>
        </pc:spChg>
        <pc:spChg chg="mod">
          <ac:chgData name="Matrisciano, Salvatore" userId="faaac180-6cce-4db1-bdfa-60d62fdd4adb" providerId="ADAL" clId="{29623C48-0A88-510E-8DC5-E09F167645C6}" dt="2026-09-28T09:02:40.630" v="5257" actId="1036"/>
          <ac:spMkLst>
            <pc:docMk/>
            <pc:sldMk cId="0" sldId="275"/>
            <ac:spMk id="11" creationId="{00000000-0000-0000-0000-000000000000}"/>
          </ac:spMkLst>
        </pc:spChg>
        <pc:spChg chg="mod">
          <ac:chgData name="Matrisciano, Salvatore" userId="faaac180-6cce-4db1-bdfa-60d62fdd4adb" providerId="ADAL" clId="{29623C48-0A88-510E-8DC5-E09F167645C6}" dt="2026-09-28T09:02:40.630" v="5257" actId="1036"/>
          <ac:spMkLst>
            <pc:docMk/>
            <pc:sldMk cId="0" sldId="275"/>
            <ac:spMk id="12" creationId="{00000000-0000-0000-0000-000000000000}"/>
          </ac:spMkLst>
        </pc:spChg>
        <pc:spChg chg="mod">
          <ac:chgData name="Matrisciano, Salvatore" userId="faaac180-6cce-4db1-bdfa-60d62fdd4adb" providerId="ADAL" clId="{29623C48-0A88-510E-8DC5-E09F167645C6}" dt="2026-09-28T09:02:40.630" v="5257" actId="1036"/>
          <ac:spMkLst>
            <pc:docMk/>
            <pc:sldMk cId="0" sldId="275"/>
            <ac:spMk id="13" creationId="{00000000-0000-0000-0000-000000000000}"/>
          </ac:spMkLst>
        </pc:spChg>
        <pc:spChg chg="mod">
          <ac:chgData name="Matrisciano, Salvatore" userId="faaac180-6cce-4db1-bdfa-60d62fdd4adb" providerId="ADAL" clId="{29623C48-0A88-510E-8DC5-E09F167645C6}" dt="2026-09-28T09:02:40.630" v="5257" actId="1036"/>
          <ac:spMkLst>
            <pc:docMk/>
            <pc:sldMk cId="0" sldId="275"/>
            <ac:spMk id="14" creationId="{00000000-0000-0000-0000-000000000000}"/>
          </ac:spMkLst>
        </pc:spChg>
        <pc:spChg chg="mod">
          <ac:chgData name="Matrisciano, Salvatore" userId="faaac180-6cce-4db1-bdfa-60d62fdd4adb" providerId="ADAL" clId="{29623C48-0A88-510E-8DC5-E09F167645C6}" dt="2026-09-28T09:02:40.630" v="5257" actId="1036"/>
          <ac:spMkLst>
            <pc:docMk/>
            <pc:sldMk cId="0" sldId="275"/>
            <ac:spMk id="15" creationId="{00000000-0000-0000-0000-000000000000}"/>
          </ac:spMkLst>
        </pc:spChg>
      </pc:sldChg>
      <pc:sldChg chg="modSp mod modNotesTx">
        <pc:chgData name="Matrisciano, Salvatore" userId="faaac180-6cce-4db1-bdfa-60d62fdd4adb" providerId="ADAL" clId="{29623C48-0A88-510E-8DC5-E09F167645C6}" dt="2026-09-28T09:05:36.823" v="5355" actId="14100"/>
        <pc:sldMkLst>
          <pc:docMk/>
          <pc:sldMk cId="0" sldId="276"/>
        </pc:sldMkLst>
        <pc:spChg chg="mod">
          <ac:chgData name="Matrisciano, Salvatore" userId="faaac180-6cce-4db1-bdfa-60d62fdd4adb" providerId="ADAL" clId="{29623C48-0A88-510E-8DC5-E09F167645C6}" dt="2026-09-28T09:04:19.618" v="5317" actId="1035"/>
          <ac:spMkLst>
            <pc:docMk/>
            <pc:sldMk cId="0" sldId="276"/>
            <ac:spMk id="2" creationId="{00000000-0000-0000-0000-000000000000}"/>
          </ac:spMkLst>
        </pc:spChg>
        <pc:spChg chg="mod">
          <ac:chgData name="Matrisciano, Salvatore" userId="faaac180-6cce-4db1-bdfa-60d62fdd4adb" providerId="ADAL" clId="{29623C48-0A88-510E-8DC5-E09F167645C6}" dt="2026-09-28T09:04:19.618" v="5317" actId="1035"/>
          <ac:spMkLst>
            <pc:docMk/>
            <pc:sldMk cId="0" sldId="276"/>
            <ac:spMk id="3" creationId="{00000000-0000-0000-0000-000000000000}"/>
          </ac:spMkLst>
        </pc:spChg>
        <pc:spChg chg="mod">
          <ac:chgData name="Matrisciano, Salvatore" userId="faaac180-6cce-4db1-bdfa-60d62fdd4adb" providerId="ADAL" clId="{29623C48-0A88-510E-8DC5-E09F167645C6}" dt="2026-09-28T09:04:23.985" v="5326" actId="1035"/>
          <ac:spMkLst>
            <pc:docMk/>
            <pc:sldMk cId="0" sldId="276"/>
            <ac:spMk id="5" creationId="{00000000-0000-0000-0000-000000000000}"/>
          </ac:spMkLst>
        </pc:spChg>
        <pc:spChg chg="mod">
          <ac:chgData name="Matrisciano, Salvatore" userId="faaac180-6cce-4db1-bdfa-60d62fdd4adb" providerId="ADAL" clId="{29623C48-0A88-510E-8DC5-E09F167645C6}" dt="2026-09-28T09:04:29.756" v="5331" actId="1036"/>
          <ac:spMkLst>
            <pc:docMk/>
            <pc:sldMk cId="0" sldId="276"/>
            <ac:spMk id="6" creationId="{00000000-0000-0000-0000-000000000000}"/>
          </ac:spMkLst>
        </pc:spChg>
        <pc:spChg chg="mod">
          <ac:chgData name="Matrisciano, Salvatore" userId="faaac180-6cce-4db1-bdfa-60d62fdd4adb" providerId="ADAL" clId="{29623C48-0A88-510E-8DC5-E09F167645C6}" dt="2026-09-28T09:04:23.985" v="5326" actId="1035"/>
          <ac:spMkLst>
            <pc:docMk/>
            <pc:sldMk cId="0" sldId="276"/>
            <ac:spMk id="8" creationId="{00000000-0000-0000-0000-000000000000}"/>
          </ac:spMkLst>
        </pc:spChg>
        <pc:spChg chg="mod">
          <ac:chgData name="Matrisciano, Salvatore" userId="faaac180-6cce-4db1-bdfa-60d62fdd4adb" providerId="ADAL" clId="{29623C48-0A88-510E-8DC5-E09F167645C6}" dt="2026-09-28T09:04:23.985" v="5326" actId="1035"/>
          <ac:spMkLst>
            <pc:docMk/>
            <pc:sldMk cId="0" sldId="276"/>
            <ac:spMk id="9" creationId="{00000000-0000-0000-0000-000000000000}"/>
          </ac:spMkLst>
        </pc:spChg>
        <pc:spChg chg="mod">
          <ac:chgData name="Matrisciano, Salvatore" userId="faaac180-6cce-4db1-bdfa-60d62fdd4adb" providerId="ADAL" clId="{29623C48-0A88-510E-8DC5-E09F167645C6}" dt="2026-09-28T09:04:44.417" v="5345" actId="1036"/>
          <ac:spMkLst>
            <pc:docMk/>
            <pc:sldMk cId="0" sldId="276"/>
            <ac:spMk id="11" creationId="{00000000-0000-0000-0000-000000000000}"/>
          </ac:spMkLst>
        </pc:spChg>
        <pc:spChg chg="mod">
          <ac:chgData name="Matrisciano, Salvatore" userId="faaac180-6cce-4db1-bdfa-60d62fdd4adb" providerId="ADAL" clId="{29623C48-0A88-510E-8DC5-E09F167645C6}" dt="2026-09-28T09:05:11.713" v="5351" actId="1076"/>
          <ac:spMkLst>
            <pc:docMk/>
            <pc:sldMk cId="0" sldId="276"/>
            <ac:spMk id="12" creationId="{00000000-0000-0000-0000-000000000000}"/>
          </ac:spMkLst>
        </pc:spChg>
        <pc:spChg chg="mod">
          <ac:chgData name="Matrisciano, Salvatore" userId="faaac180-6cce-4db1-bdfa-60d62fdd4adb" providerId="ADAL" clId="{29623C48-0A88-510E-8DC5-E09F167645C6}" dt="2026-09-28T09:04:44.417" v="5345" actId="1036"/>
          <ac:spMkLst>
            <pc:docMk/>
            <pc:sldMk cId="0" sldId="276"/>
            <ac:spMk id="14" creationId="{00000000-0000-0000-0000-000000000000}"/>
          </ac:spMkLst>
        </pc:spChg>
        <pc:spChg chg="mod">
          <ac:chgData name="Matrisciano, Salvatore" userId="faaac180-6cce-4db1-bdfa-60d62fdd4adb" providerId="ADAL" clId="{29623C48-0A88-510E-8DC5-E09F167645C6}" dt="2026-09-28T09:04:44.417" v="5345" actId="1036"/>
          <ac:spMkLst>
            <pc:docMk/>
            <pc:sldMk cId="0" sldId="276"/>
            <ac:spMk id="15" creationId="{00000000-0000-0000-0000-000000000000}"/>
          </ac:spMkLst>
        </pc:spChg>
        <pc:spChg chg="mod">
          <ac:chgData name="Matrisciano, Salvatore" userId="faaac180-6cce-4db1-bdfa-60d62fdd4adb" providerId="ADAL" clId="{29623C48-0A88-510E-8DC5-E09F167645C6}" dt="2026-09-28T09:05:20.146" v="5353" actId="14100"/>
          <ac:spMkLst>
            <pc:docMk/>
            <pc:sldMk cId="0" sldId="276"/>
            <ac:spMk id="17" creationId="{00000000-0000-0000-0000-000000000000}"/>
          </ac:spMkLst>
        </pc:spChg>
        <pc:spChg chg="mod">
          <ac:chgData name="Matrisciano, Salvatore" userId="faaac180-6cce-4db1-bdfa-60d62fdd4adb" providerId="ADAL" clId="{29623C48-0A88-510E-8DC5-E09F167645C6}" dt="2026-09-28T09:05:15.447" v="5352" actId="14100"/>
          <ac:spMkLst>
            <pc:docMk/>
            <pc:sldMk cId="0" sldId="276"/>
            <ac:spMk id="18" creationId="{00000000-0000-0000-0000-000000000000}"/>
          </ac:spMkLst>
        </pc:spChg>
        <pc:spChg chg="mod">
          <ac:chgData name="Matrisciano, Salvatore" userId="faaac180-6cce-4db1-bdfa-60d62fdd4adb" providerId="ADAL" clId="{29623C48-0A88-510E-8DC5-E09F167645C6}" dt="2026-09-28T09:05:29.914" v="5354" actId="14100"/>
          <ac:spMkLst>
            <pc:docMk/>
            <pc:sldMk cId="0" sldId="276"/>
            <ac:spMk id="19" creationId="{00000000-0000-0000-0000-000000000000}"/>
          </ac:spMkLst>
        </pc:spChg>
        <pc:spChg chg="mod">
          <ac:chgData name="Matrisciano, Salvatore" userId="faaac180-6cce-4db1-bdfa-60d62fdd4adb" providerId="ADAL" clId="{29623C48-0A88-510E-8DC5-E09F167645C6}" dt="2026-09-28T09:05:36.823" v="5355" actId="14100"/>
          <ac:spMkLst>
            <pc:docMk/>
            <pc:sldMk cId="0" sldId="276"/>
            <ac:spMk id="20" creationId="{00000000-0000-0000-0000-000000000000}"/>
          </ac:spMkLst>
        </pc:spChg>
      </pc:sldChg>
      <pc:sldChg chg="modSp mod modNotesTx">
        <pc:chgData name="Matrisciano, Salvatore" userId="faaac180-6cce-4db1-bdfa-60d62fdd4adb" providerId="ADAL" clId="{29623C48-0A88-510E-8DC5-E09F167645C6}" dt="2026-09-28T09:13:13.658" v="5447" actId="1035"/>
        <pc:sldMkLst>
          <pc:docMk/>
          <pc:sldMk cId="0" sldId="277"/>
        </pc:sldMkLst>
        <pc:spChg chg="mod">
          <ac:chgData name="Matrisciano, Salvatore" userId="faaac180-6cce-4db1-bdfa-60d62fdd4adb" providerId="ADAL" clId="{29623C48-0A88-510E-8DC5-E09F167645C6}" dt="2026-09-28T09:11:24.340" v="5398" actId="1035"/>
          <ac:spMkLst>
            <pc:docMk/>
            <pc:sldMk cId="0" sldId="277"/>
            <ac:spMk id="2" creationId="{00000000-0000-0000-0000-000000000000}"/>
          </ac:spMkLst>
        </pc:spChg>
        <pc:spChg chg="mod">
          <ac:chgData name="Matrisciano, Salvatore" userId="faaac180-6cce-4db1-bdfa-60d62fdd4adb" providerId="ADAL" clId="{29623C48-0A88-510E-8DC5-E09F167645C6}" dt="2026-09-28T09:11:24.340" v="5398" actId="1035"/>
          <ac:spMkLst>
            <pc:docMk/>
            <pc:sldMk cId="0" sldId="277"/>
            <ac:spMk id="3" creationId="{00000000-0000-0000-0000-000000000000}"/>
          </ac:spMkLst>
        </pc:spChg>
        <pc:spChg chg="mod">
          <ac:chgData name="Matrisciano, Salvatore" userId="faaac180-6cce-4db1-bdfa-60d62fdd4adb" providerId="ADAL" clId="{29623C48-0A88-510E-8DC5-E09F167645C6}" dt="2026-09-28T09:13:13.658" v="5447" actId="1035"/>
          <ac:spMkLst>
            <pc:docMk/>
            <pc:sldMk cId="0" sldId="277"/>
            <ac:spMk id="4" creationId="{00000000-0000-0000-0000-000000000000}"/>
          </ac:spMkLst>
        </pc:spChg>
        <pc:spChg chg="mod">
          <ac:chgData name="Matrisciano, Salvatore" userId="faaac180-6cce-4db1-bdfa-60d62fdd4adb" providerId="ADAL" clId="{29623C48-0A88-510E-8DC5-E09F167645C6}" dt="2026-09-28T09:13:13.658" v="5447" actId="1035"/>
          <ac:spMkLst>
            <pc:docMk/>
            <pc:sldMk cId="0" sldId="277"/>
            <ac:spMk id="5" creationId="{00000000-0000-0000-0000-000000000000}"/>
          </ac:spMkLst>
        </pc:spChg>
        <pc:spChg chg="mod">
          <ac:chgData name="Matrisciano, Salvatore" userId="faaac180-6cce-4db1-bdfa-60d62fdd4adb" providerId="ADAL" clId="{29623C48-0A88-510E-8DC5-E09F167645C6}" dt="2026-09-28T09:13:13.658" v="5447" actId="1035"/>
          <ac:spMkLst>
            <pc:docMk/>
            <pc:sldMk cId="0" sldId="277"/>
            <ac:spMk id="6" creationId="{00000000-0000-0000-0000-000000000000}"/>
          </ac:spMkLst>
        </pc:spChg>
        <pc:spChg chg="mod">
          <ac:chgData name="Matrisciano, Salvatore" userId="faaac180-6cce-4db1-bdfa-60d62fdd4adb" providerId="ADAL" clId="{29623C48-0A88-510E-8DC5-E09F167645C6}" dt="2026-09-28T09:13:13.658" v="5447" actId="1035"/>
          <ac:spMkLst>
            <pc:docMk/>
            <pc:sldMk cId="0" sldId="277"/>
            <ac:spMk id="7" creationId="{00000000-0000-0000-0000-000000000000}"/>
          </ac:spMkLst>
        </pc:spChg>
        <pc:spChg chg="mod">
          <ac:chgData name="Matrisciano, Salvatore" userId="faaac180-6cce-4db1-bdfa-60d62fdd4adb" providerId="ADAL" clId="{29623C48-0A88-510E-8DC5-E09F167645C6}" dt="2026-09-28T09:10:36.530" v="5373" actId="255"/>
          <ac:spMkLst>
            <pc:docMk/>
            <pc:sldMk cId="0" sldId="277"/>
            <ac:spMk id="8" creationId="{00000000-0000-0000-0000-000000000000}"/>
          </ac:spMkLst>
        </pc:spChg>
        <pc:spChg chg="mod">
          <ac:chgData name="Matrisciano, Salvatore" userId="faaac180-6cce-4db1-bdfa-60d62fdd4adb" providerId="ADAL" clId="{29623C48-0A88-510E-8DC5-E09F167645C6}" dt="2026-09-28T09:13:13.658" v="5447" actId="1035"/>
          <ac:spMkLst>
            <pc:docMk/>
            <pc:sldMk cId="0" sldId="277"/>
            <ac:spMk id="9" creationId="{00000000-0000-0000-0000-000000000000}"/>
          </ac:spMkLst>
        </pc:spChg>
        <pc:spChg chg="mod">
          <ac:chgData name="Matrisciano, Salvatore" userId="faaac180-6cce-4db1-bdfa-60d62fdd4adb" providerId="ADAL" clId="{29623C48-0A88-510E-8DC5-E09F167645C6}" dt="2026-09-28T09:13:13.658" v="5447" actId="1035"/>
          <ac:spMkLst>
            <pc:docMk/>
            <pc:sldMk cId="0" sldId="277"/>
            <ac:spMk id="10" creationId="{00000000-0000-0000-0000-000000000000}"/>
          </ac:spMkLst>
        </pc:spChg>
        <pc:spChg chg="mod">
          <ac:chgData name="Matrisciano, Salvatore" userId="faaac180-6cce-4db1-bdfa-60d62fdd4adb" providerId="ADAL" clId="{29623C48-0A88-510E-8DC5-E09F167645C6}" dt="2026-09-28T09:13:13.658" v="5447" actId="1035"/>
          <ac:spMkLst>
            <pc:docMk/>
            <pc:sldMk cId="0" sldId="277"/>
            <ac:spMk id="11" creationId="{00000000-0000-0000-0000-000000000000}"/>
          </ac:spMkLst>
        </pc:spChg>
        <pc:spChg chg="mod">
          <ac:chgData name="Matrisciano, Salvatore" userId="faaac180-6cce-4db1-bdfa-60d62fdd4adb" providerId="ADAL" clId="{29623C48-0A88-510E-8DC5-E09F167645C6}" dt="2026-09-28T09:13:13.658" v="5447" actId="1035"/>
          <ac:spMkLst>
            <pc:docMk/>
            <pc:sldMk cId="0" sldId="277"/>
            <ac:spMk id="12" creationId="{00000000-0000-0000-0000-000000000000}"/>
          </ac:spMkLst>
        </pc:spChg>
        <pc:spChg chg="mod">
          <ac:chgData name="Matrisciano, Salvatore" userId="faaac180-6cce-4db1-bdfa-60d62fdd4adb" providerId="ADAL" clId="{29623C48-0A88-510E-8DC5-E09F167645C6}" dt="2026-09-28T09:12:49.583" v="5435" actId="1036"/>
          <ac:spMkLst>
            <pc:docMk/>
            <pc:sldMk cId="0" sldId="277"/>
            <ac:spMk id="13" creationId="{00000000-0000-0000-0000-000000000000}"/>
          </ac:spMkLst>
        </pc:spChg>
        <pc:spChg chg="mod">
          <ac:chgData name="Matrisciano, Salvatore" userId="faaac180-6cce-4db1-bdfa-60d62fdd4adb" providerId="ADAL" clId="{29623C48-0A88-510E-8DC5-E09F167645C6}" dt="2026-09-28T09:13:13.658" v="5447" actId="1035"/>
          <ac:spMkLst>
            <pc:docMk/>
            <pc:sldMk cId="0" sldId="277"/>
            <ac:spMk id="14" creationId="{00000000-0000-0000-0000-000000000000}"/>
          </ac:spMkLst>
        </pc:spChg>
        <pc:spChg chg="mod">
          <ac:chgData name="Matrisciano, Salvatore" userId="faaac180-6cce-4db1-bdfa-60d62fdd4adb" providerId="ADAL" clId="{29623C48-0A88-510E-8DC5-E09F167645C6}" dt="2026-09-28T09:13:13.658" v="5447" actId="1035"/>
          <ac:spMkLst>
            <pc:docMk/>
            <pc:sldMk cId="0" sldId="277"/>
            <ac:spMk id="15" creationId="{00000000-0000-0000-0000-000000000000}"/>
          </ac:spMkLst>
        </pc:spChg>
      </pc:sldChg>
      <pc:sldChg chg="modSp mod modNotesTx">
        <pc:chgData name="Matrisciano, Salvatore" userId="faaac180-6cce-4db1-bdfa-60d62fdd4adb" providerId="ADAL" clId="{29623C48-0A88-510E-8DC5-E09F167645C6}" dt="2026-09-28T10:11:09.633" v="5696" actId="1036"/>
        <pc:sldMkLst>
          <pc:docMk/>
          <pc:sldMk cId="0" sldId="278"/>
        </pc:sldMkLst>
        <pc:spChg chg="mod">
          <ac:chgData name="Matrisciano, Salvatore" userId="faaac180-6cce-4db1-bdfa-60d62fdd4adb" providerId="ADAL" clId="{29623C48-0A88-510E-8DC5-E09F167645C6}" dt="2026-09-28T09:31:48.005" v="5622" actId="1035"/>
          <ac:spMkLst>
            <pc:docMk/>
            <pc:sldMk cId="0" sldId="278"/>
            <ac:spMk id="3" creationId="{00000000-0000-0000-0000-000000000000}"/>
          </ac:spMkLst>
        </pc:spChg>
        <pc:spChg chg="mod">
          <ac:chgData name="Matrisciano, Salvatore" userId="faaac180-6cce-4db1-bdfa-60d62fdd4adb" providerId="ADAL" clId="{29623C48-0A88-510E-8DC5-E09F167645C6}" dt="2026-09-28T09:31:50.588" v="5623" actId="1036"/>
          <ac:spMkLst>
            <pc:docMk/>
            <pc:sldMk cId="0" sldId="278"/>
            <ac:spMk id="4" creationId="{00000000-0000-0000-0000-000000000000}"/>
          </ac:spMkLst>
        </pc:spChg>
        <pc:spChg chg="mod">
          <ac:chgData name="Matrisciano, Salvatore" userId="faaac180-6cce-4db1-bdfa-60d62fdd4adb" providerId="ADAL" clId="{29623C48-0A88-510E-8DC5-E09F167645C6}" dt="2026-09-28T10:10:16.098" v="5666" actId="14100"/>
          <ac:spMkLst>
            <pc:docMk/>
            <pc:sldMk cId="0" sldId="278"/>
            <ac:spMk id="5" creationId="{00000000-0000-0000-0000-000000000000}"/>
          </ac:spMkLst>
        </pc:spChg>
        <pc:spChg chg="mod">
          <ac:chgData name="Matrisciano, Salvatore" userId="faaac180-6cce-4db1-bdfa-60d62fdd4adb" providerId="ADAL" clId="{29623C48-0A88-510E-8DC5-E09F167645C6}" dt="2026-09-28T10:08:33.806" v="5638" actId="1035"/>
          <ac:spMkLst>
            <pc:docMk/>
            <pc:sldMk cId="0" sldId="278"/>
            <ac:spMk id="8" creationId="{00000000-0000-0000-0000-000000000000}"/>
          </ac:spMkLst>
        </pc:spChg>
        <pc:spChg chg="mod">
          <ac:chgData name="Matrisciano, Salvatore" userId="faaac180-6cce-4db1-bdfa-60d62fdd4adb" providerId="ADAL" clId="{29623C48-0A88-510E-8DC5-E09F167645C6}" dt="2026-09-28T10:09:14.143" v="5646" actId="20577"/>
          <ac:spMkLst>
            <pc:docMk/>
            <pc:sldMk cId="0" sldId="278"/>
            <ac:spMk id="9" creationId="{00000000-0000-0000-0000-000000000000}"/>
          </ac:spMkLst>
        </pc:spChg>
        <pc:spChg chg="mod">
          <ac:chgData name="Matrisciano, Salvatore" userId="faaac180-6cce-4db1-bdfa-60d62fdd4adb" providerId="ADAL" clId="{29623C48-0A88-510E-8DC5-E09F167645C6}" dt="2026-09-28T10:11:03.002" v="5693" actId="1036"/>
          <ac:spMkLst>
            <pc:docMk/>
            <pc:sldMk cId="0" sldId="278"/>
            <ac:spMk id="10" creationId="{00000000-0000-0000-0000-000000000000}"/>
          </ac:spMkLst>
        </pc:spChg>
        <pc:spChg chg="mod">
          <ac:chgData name="Matrisciano, Salvatore" userId="faaac180-6cce-4db1-bdfa-60d62fdd4adb" providerId="ADAL" clId="{29623C48-0A88-510E-8DC5-E09F167645C6}" dt="2026-09-28T10:11:09.633" v="5696" actId="1036"/>
          <ac:spMkLst>
            <pc:docMk/>
            <pc:sldMk cId="0" sldId="278"/>
            <ac:spMk id="11" creationId="{00000000-0000-0000-0000-000000000000}"/>
          </ac:spMkLst>
        </pc:spChg>
        <pc:spChg chg="mod">
          <ac:chgData name="Matrisciano, Salvatore" userId="faaac180-6cce-4db1-bdfa-60d62fdd4adb" providerId="ADAL" clId="{29623C48-0A88-510E-8DC5-E09F167645C6}" dt="2026-09-28T10:11:09.633" v="5696" actId="1036"/>
          <ac:spMkLst>
            <pc:docMk/>
            <pc:sldMk cId="0" sldId="278"/>
            <ac:spMk id="13" creationId="{00000000-0000-0000-0000-000000000000}"/>
          </ac:spMkLst>
        </pc:spChg>
        <pc:spChg chg="mod">
          <ac:chgData name="Matrisciano, Salvatore" userId="faaac180-6cce-4db1-bdfa-60d62fdd4adb" providerId="ADAL" clId="{29623C48-0A88-510E-8DC5-E09F167645C6}" dt="2026-09-28T10:11:09.633" v="5696" actId="1036"/>
          <ac:spMkLst>
            <pc:docMk/>
            <pc:sldMk cId="0" sldId="278"/>
            <ac:spMk id="14" creationId="{00000000-0000-0000-0000-000000000000}"/>
          </ac:spMkLst>
        </pc:spChg>
        <pc:spChg chg="mod">
          <ac:chgData name="Matrisciano, Salvatore" userId="faaac180-6cce-4db1-bdfa-60d62fdd4adb" providerId="ADAL" clId="{29623C48-0A88-510E-8DC5-E09F167645C6}" dt="2026-09-28T10:11:09.633" v="5696" actId="1036"/>
          <ac:spMkLst>
            <pc:docMk/>
            <pc:sldMk cId="0" sldId="278"/>
            <ac:spMk id="15" creationId="{00000000-0000-0000-0000-000000000000}"/>
          </ac:spMkLst>
        </pc:spChg>
        <pc:spChg chg="mod">
          <ac:chgData name="Matrisciano, Salvatore" userId="faaac180-6cce-4db1-bdfa-60d62fdd4adb" providerId="ADAL" clId="{29623C48-0A88-510E-8DC5-E09F167645C6}" dt="2026-09-28T10:11:09.633" v="5696" actId="1036"/>
          <ac:spMkLst>
            <pc:docMk/>
            <pc:sldMk cId="0" sldId="278"/>
            <ac:spMk id="16" creationId="{00000000-0000-0000-0000-000000000000}"/>
          </ac:spMkLst>
        </pc:spChg>
        <pc:spChg chg="mod">
          <ac:chgData name="Matrisciano, Salvatore" userId="faaac180-6cce-4db1-bdfa-60d62fdd4adb" providerId="ADAL" clId="{29623C48-0A88-510E-8DC5-E09F167645C6}" dt="2026-09-28T10:11:09.633" v="5696" actId="1036"/>
          <ac:spMkLst>
            <pc:docMk/>
            <pc:sldMk cId="0" sldId="278"/>
            <ac:spMk id="18" creationId="{00000000-0000-0000-0000-000000000000}"/>
          </ac:spMkLst>
        </pc:spChg>
        <pc:spChg chg="mod">
          <ac:chgData name="Matrisciano, Salvatore" userId="faaac180-6cce-4db1-bdfa-60d62fdd4adb" providerId="ADAL" clId="{29623C48-0A88-510E-8DC5-E09F167645C6}" dt="2026-09-28T10:11:06.166" v="5694" actId="1036"/>
          <ac:spMkLst>
            <pc:docMk/>
            <pc:sldMk cId="0" sldId="278"/>
            <ac:spMk id="19" creationId="{00000000-0000-0000-0000-000000000000}"/>
          </ac:spMkLst>
        </pc:spChg>
        <pc:spChg chg="mod">
          <ac:chgData name="Matrisciano, Salvatore" userId="faaac180-6cce-4db1-bdfa-60d62fdd4adb" providerId="ADAL" clId="{29623C48-0A88-510E-8DC5-E09F167645C6}" dt="2026-09-28T10:11:09.633" v="5696" actId="1036"/>
          <ac:spMkLst>
            <pc:docMk/>
            <pc:sldMk cId="0" sldId="278"/>
            <ac:spMk id="20" creationId="{00000000-0000-0000-0000-000000000000}"/>
          </ac:spMkLst>
        </pc:spChg>
        <pc:spChg chg="mod">
          <ac:chgData name="Matrisciano, Salvatore" userId="faaac180-6cce-4db1-bdfa-60d62fdd4adb" providerId="ADAL" clId="{29623C48-0A88-510E-8DC5-E09F167645C6}" dt="2026-09-28T10:11:09.633" v="5696" actId="1036"/>
          <ac:spMkLst>
            <pc:docMk/>
            <pc:sldMk cId="0" sldId="278"/>
            <ac:spMk id="21" creationId="{00000000-0000-0000-0000-000000000000}"/>
          </ac:spMkLst>
        </pc:spChg>
        <pc:spChg chg="mod">
          <ac:chgData name="Matrisciano, Salvatore" userId="faaac180-6cce-4db1-bdfa-60d62fdd4adb" providerId="ADAL" clId="{29623C48-0A88-510E-8DC5-E09F167645C6}" dt="2026-09-28T10:11:09.633" v="5696" actId="1036"/>
          <ac:spMkLst>
            <pc:docMk/>
            <pc:sldMk cId="0" sldId="278"/>
            <ac:spMk id="23" creationId="{00000000-0000-0000-0000-000000000000}"/>
          </ac:spMkLst>
        </pc:spChg>
        <pc:spChg chg="mod">
          <ac:chgData name="Matrisciano, Salvatore" userId="faaac180-6cce-4db1-bdfa-60d62fdd4adb" providerId="ADAL" clId="{29623C48-0A88-510E-8DC5-E09F167645C6}" dt="2026-09-28T10:11:09.633" v="5696" actId="1036"/>
          <ac:spMkLst>
            <pc:docMk/>
            <pc:sldMk cId="0" sldId="278"/>
            <ac:spMk id="24" creationId="{00000000-0000-0000-0000-000000000000}"/>
          </ac:spMkLst>
        </pc:spChg>
        <pc:picChg chg="mod">
          <ac:chgData name="Matrisciano, Salvatore" userId="faaac180-6cce-4db1-bdfa-60d62fdd4adb" providerId="ADAL" clId="{29623C48-0A88-510E-8DC5-E09F167645C6}" dt="2026-09-28T10:11:03.002" v="5693" actId="1036"/>
          <ac:picMkLst>
            <pc:docMk/>
            <pc:sldMk cId="0" sldId="278"/>
            <ac:picMk id="12" creationId="{00000000-0000-0000-0000-000000000000}"/>
          </ac:picMkLst>
        </pc:picChg>
        <pc:picChg chg="mod">
          <ac:chgData name="Matrisciano, Salvatore" userId="faaac180-6cce-4db1-bdfa-60d62fdd4adb" providerId="ADAL" clId="{29623C48-0A88-510E-8DC5-E09F167645C6}" dt="2026-09-28T10:11:06.166" v="5694" actId="1036"/>
          <ac:picMkLst>
            <pc:docMk/>
            <pc:sldMk cId="0" sldId="278"/>
            <ac:picMk id="17" creationId="{00000000-0000-0000-0000-000000000000}"/>
          </ac:picMkLst>
        </pc:picChg>
        <pc:picChg chg="mod">
          <ac:chgData name="Matrisciano, Salvatore" userId="faaac180-6cce-4db1-bdfa-60d62fdd4adb" providerId="ADAL" clId="{29623C48-0A88-510E-8DC5-E09F167645C6}" dt="2026-09-28T10:11:06.166" v="5694" actId="1036"/>
          <ac:picMkLst>
            <pc:docMk/>
            <pc:sldMk cId="0" sldId="278"/>
            <ac:picMk id="22" creationId="{00000000-0000-0000-0000-000000000000}"/>
          </ac:picMkLst>
        </pc:picChg>
      </pc:sldChg>
      <pc:sldChg chg="modSp del mod modNotesTx">
        <pc:chgData name="Matrisciano, Salvatore" userId="faaac180-6cce-4db1-bdfa-60d62fdd4adb" providerId="ADAL" clId="{29623C48-0A88-510E-8DC5-E09F167645C6}" dt="2026-09-29T19:09:01.441" v="5723" actId="2696"/>
        <pc:sldMkLst>
          <pc:docMk/>
          <pc:sldMk cId="0" sldId="279"/>
        </pc:sldMkLst>
      </pc:sldChg>
      <pc:sldChg chg="del modNotesTx">
        <pc:chgData name="Matrisciano, Salvatore" userId="faaac180-6cce-4db1-bdfa-60d62fdd4adb" providerId="ADAL" clId="{29623C48-0A88-510E-8DC5-E09F167645C6}" dt="2026-09-28T09:30:44.434" v="5607" actId="2696"/>
        <pc:sldMkLst>
          <pc:docMk/>
          <pc:sldMk cId="0" sldId="280"/>
        </pc:sldMkLst>
      </pc:sldChg>
      <pc:sldChg chg="modSp add mod">
        <pc:chgData name="Matrisciano, Salvatore" userId="faaac180-6cce-4db1-bdfa-60d62fdd4adb" providerId="ADAL" clId="{29623C48-0A88-510E-8DC5-E09F167645C6}" dt="2026-09-27T22:21:36.399" v="4095" actId="255"/>
        <pc:sldMkLst>
          <pc:docMk/>
          <pc:sldMk cId="0" sldId="281"/>
        </pc:sldMkLst>
        <pc:spChg chg="mod">
          <ac:chgData name="Matrisciano, Salvatore" userId="faaac180-6cce-4db1-bdfa-60d62fdd4adb" providerId="ADAL" clId="{29623C48-0A88-510E-8DC5-E09F167645C6}" dt="2026-09-27T22:21:26.991" v="4094" actId="255"/>
          <ac:spMkLst>
            <pc:docMk/>
            <pc:sldMk cId="0" sldId="281"/>
            <ac:spMk id="3" creationId="{00000000-0000-0000-0000-000000000000}"/>
          </ac:spMkLst>
        </pc:spChg>
        <pc:spChg chg="mod">
          <ac:chgData name="Matrisciano, Salvatore" userId="faaac180-6cce-4db1-bdfa-60d62fdd4adb" providerId="ADAL" clId="{29623C48-0A88-510E-8DC5-E09F167645C6}" dt="2026-09-27T22:21:36.399" v="4095" actId="255"/>
          <ac:spMkLst>
            <pc:docMk/>
            <pc:sldMk cId="0" sldId="281"/>
            <ac:spMk id="4" creationId="{00000000-0000-0000-0000-000000000000}"/>
          </ac:spMkLst>
        </pc:spChg>
      </pc:sldChg>
      <pc:sldChg chg="modSp add mod ord modNotesTx">
        <pc:chgData name="Matrisciano, Salvatore" userId="faaac180-6cce-4db1-bdfa-60d62fdd4adb" providerId="ADAL" clId="{29623C48-0A88-510E-8DC5-E09F167645C6}" dt="2026-09-28T12:27:54.870" v="5714" actId="20577"/>
        <pc:sldMkLst>
          <pc:docMk/>
          <pc:sldMk cId="0" sldId="282"/>
        </pc:sldMkLst>
        <pc:spChg chg="mod">
          <ac:chgData name="Matrisciano, Salvatore" userId="faaac180-6cce-4db1-bdfa-60d62fdd4adb" providerId="ADAL" clId="{29623C48-0A88-510E-8DC5-E09F167645C6}" dt="2026-09-27T22:22:50.065" v="4098" actId="255"/>
          <ac:spMkLst>
            <pc:docMk/>
            <pc:sldMk cId="0" sldId="282"/>
            <ac:spMk id="3" creationId="{00000000-0000-0000-0000-000000000000}"/>
          </ac:spMkLst>
        </pc:spChg>
        <pc:spChg chg="mod">
          <ac:chgData name="Matrisciano, Salvatore" userId="faaac180-6cce-4db1-bdfa-60d62fdd4adb" providerId="ADAL" clId="{29623C48-0A88-510E-8DC5-E09F167645C6}" dt="2026-09-27T22:22:57.577" v="4099" actId="255"/>
          <ac:spMkLst>
            <pc:docMk/>
            <pc:sldMk cId="0" sldId="282"/>
            <ac:spMk id="4" creationId="{00000000-0000-0000-0000-000000000000}"/>
          </ac:spMkLst>
        </pc:spChg>
        <pc:spChg chg="mod">
          <ac:chgData name="Matrisciano, Salvatore" userId="faaac180-6cce-4db1-bdfa-60d62fdd4adb" providerId="ADAL" clId="{29623C48-0A88-510E-8DC5-E09F167645C6}" dt="2026-09-28T09:08:27.927" v="5356" actId="207"/>
          <ac:spMkLst>
            <pc:docMk/>
            <pc:sldMk cId="0" sldId="282"/>
            <ac:spMk id="7" creationId="{00000000-0000-0000-0000-000000000000}"/>
          </ac:spMkLst>
        </pc:spChg>
        <pc:spChg chg="mod">
          <ac:chgData name="Matrisciano, Salvatore" userId="faaac180-6cce-4db1-bdfa-60d62fdd4adb" providerId="ADAL" clId="{29623C48-0A88-510E-8DC5-E09F167645C6}" dt="2026-09-27T22:25:00.110" v="4141"/>
          <ac:spMkLst>
            <pc:docMk/>
            <pc:sldMk cId="0" sldId="282"/>
            <ac:spMk id="9" creationId="{00000000-0000-0000-0000-000000000000}"/>
          </ac:spMkLst>
        </pc:spChg>
        <pc:spChg chg="mod">
          <ac:chgData name="Matrisciano, Salvatore" userId="faaac180-6cce-4db1-bdfa-60d62fdd4adb" providerId="ADAL" clId="{29623C48-0A88-510E-8DC5-E09F167645C6}" dt="2026-09-28T09:08:30.570" v="5357" actId="207"/>
          <ac:spMkLst>
            <pc:docMk/>
            <pc:sldMk cId="0" sldId="282"/>
            <ac:spMk id="10" creationId="{00000000-0000-0000-0000-000000000000}"/>
          </ac:spMkLst>
        </pc:spChg>
        <pc:spChg chg="mod">
          <ac:chgData name="Matrisciano, Salvatore" userId="faaac180-6cce-4db1-bdfa-60d62fdd4adb" providerId="ADAL" clId="{29623C48-0A88-510E-8DC5-E09F167645C6}" dt="2026-09-27T22:25:42.834" v="4156"/>
          <ac:spMkLst>
            <pc:docMk/>
            <pc:sldMk cId="0" sldId="282"/>
            <ac:spMk id="12" creationId="{00000000-0000-0000-0000-000000000000}"/>
          </ac:spMkLst>
        </pc:spChg>
        <pc:spChg chg="mod">
          <ac:chgData name="Matrisciano, Salvatore" userId="faaac180-6cce-4db1-bdfa-60d62fdd4adb" providerId="ADAL" clId="{29623C48-0A88-510E-8DC5-E09F167645C6}" dt="2026-09-28T09:08:33.560" v="5358" actId="207"/>
          <ac:spMkLst>
            <pc:docMk/>
            <pc:sldMk cId="0" sldId="282"/>
            <ac:spMk id="13" creationId="{00000000-0000-0000-0000-000000000000}"/>
          </ac:spMkLst>
        </pc:spChg>
        <pc:spChg chg="mod">
          <ac:chgData name="Matrisciano, Salvatore" userId="faaac180-6cce-4db1-bdfa-60d62fdd4adb" providerId="ADAL" clId="{29623C48-0A88-510E-8DC5-E09F167645C6}" dt="2026-09-28T09:08:35.948" v="5359" actId="207"/>
          <ac:spMkLst>
            <pc:docMk/>
            <pc:sldMk cId="0" sldId="282"/>
            <ac:spMk id="16" creationId="{00000000-0000-0000-0000-000000000000}"/>
          </ac:spMkLst>
        </pc:spChg>
      </pc:sldChg>
      <pc:sldChg chg="modSp add del mod">
        <pc:chgData name="Matrisciano, Salvatore" userId="faaac180-6cce-4db1-bdfa-60d62fdd4adb" providerId="ADAL" clId="{29623C48-0A88-510E-8DC5-E09F167645C6}" dt="2026-09-28T09:08:47.606" v="5363" actId="207"/>
        <pc:sldMkLst>
          <pc:docMk/>
          <pc:sldMk cId="0" sldId="283"/>
        </pc:sldMkLst>
        <pc:spChg chg="mod">
          <ac:chgData name="Matrisciano, Salvatore" userId="faaac180-6cce-4db1-bdfa-60d62fdd4adb" providerId="ADAL" clId="{29623C48-0A88-510E-8DC5-E09F167645C6}" dt="2026-09-28T07:34:19.109" v="4168" actId="255"/>
          <ac:spMkLst>
            <pc:docMk/>
            <pc:sldMk cId="0" sldId="283"/>
            <ac:spMk id="2" creationId="{00000000-0000-0000-0000-000000000000}"/>
          </ac:spMkLst>
        </pc:spChg>
        <pc:spChg chg="mod">
          <ac:chgData name="Matrisciano, Salvatore" userId="faaac180-6cce-4db1-bdfa-60d62fdd4adb" providerId="ADAL" clId="{29623C48-0A88-510E-8DC5-E09F167645C6}" dt="2026-09-28T07:37:04.496" v="4308" actId="1036"/>
          <ac:spMkLst>
            <pc:docMk/>
            <pc:sldMk cId="0" sldId="283"/>
            <ac:spMk id="3" creationId="{00000000-0000-0000-0000-000000000000}"/>
          </ac:spMkLst>
        </pc:spChg>
        <pc:spChg chg="mod">
          <ac:chgData name="Matrisciano, Salvatore" userId="faaac180-6cce-4db1-bdfa-60d62fdd4adb" providerId="ADAL" clId="{29623C48-0A88-510E-8DC5-E09F167645C6}" dt="2026-09-28T07:38:54.606" v="4364" actId="14100"/>
          <ac:spMkLst>
            <pc:docMk/>
            <pc:sldMk cId="0" sldId="283"/>
            <ac:spMk id="4" creationId="{00000000-0000-0000-0000-000000000000}"/>
          </ac:spMkLst>
        </pc:spChg>
        <pc:spChg chg="mod">
          <ac:chgData name="Matrisciano, Salvatore" userId="faaac180-6cce-4db1-bdfa-60d62fdd4adb" providerId="ADAL" clId="{29623C48-0A88-510E-8DC5-E09F167645C6}" dt="2026-09-28T07:39:43.663" v="4389" actId="255"/>
          <ac:spMkLst>
            <pc:docMk/>
            <pc:sldMk cId="0" sldId="283"/>
            <ac:spMk id="5" creationId="{00000000-0000-0000-0000-000000000000}"/>
          </ac:spMkLst>
        </pc:spChg>
        <pc:spChg chg="mod">
          <ac:chgData name="Matrisciano, Salvatore" userId="faaac180-6cce-4db1-bdfa-60d62fdd4adb" providerId="ADAL" clId="{29623C48-0A88-510E-8DC5-E09F167645C6}" dt="2026-09-28T09:08:40.951" v="5360" actId="207"/>
          <ac:spMkLst>
            <pc:docMk/>
            <pc:sldMk cId="0" sldId="283"/>
            <ac:spMk id="6" creationId="{00000000-0000-0000-0000-000000000000}"/>
          </ac:spMkLst>
        </pc:spChg>
        <pc:spChg chg="mod">
          <ac:chgData name="Matrisciano, Salvatore" userId="faaac180-6cce-4db1-bdfa-60d62fdd4adb" providerId="ADAL" clId="{29623C48-0A88-510E-8DC5-E09F167645C6}" dt="2026-09-28T07:39:00.572" v="4368" actId="14100"/>
          <ac:spMkLst>
            <pc:docMk/>
            <pc:sldMk cId="0" sldId="283"/>
            <ac:spMk id="7" creationId="{00000000-0000-0000-0000-000000000000}"/>
          </ac:spMkLst>
        </pc:spChg>
        <pc:spChg chg="mod">
          <ac:chgData name="Matrisciano, Salvatore" userId="faaac180-6cce-4db1-bdfa-60d62fdd4adb" providerId="ADAL" clId="{29623C48-0A88-510E-8DC5-E09F167645C6}" dt="2026-09-28T07:39:47.660" v="4390" actId="255"/>
          <ac:spMkLst>
            <pc:docMk/>
            <pc:sldMk cId="0" sldId="283"/>
            <ac:spMk id="8" creationId="{00000000-0000-0000-0000-000000000000}"/>
          </ac:spMkLst>
        </pc:spChg>
        <pc:spChg chg="mod">
          <ac:chgData name="Matrisciano, Salvatore" userId="faaac180-6cce-4db1-bdfa-60d62fdd4adb" providerId="ADAL" clId="{29623C48-0A88-510E-8DC5-E09F167645C6}" dt="2026-09-28T09:08:42.949" v="5361" actId="207"/>
          <ac:spMkLst>
            <pc:docMk/>
            <pc:sldMk cId="0" sldId="283"/>
            <ac:spMk id="9" creationId="{00000000-0000-0000-0000-000000000000}"/>
          </ac:spMkLst>
        </pc:spChg>
        <pc:spChg chg="mod">
          <ac:chgData name="Matrisciano, Salvatore" userId="faaac180-6cce-4db1-bdfa-60d62fdd4adb" providerId="ADAL" clId="{29623C48-0A88-510E-8DC5-E09F167645C6}" dt="2026-09-28T07:39:11.338" v="4378" actId="14100"/>
          <ac:spMkLst>
            <pc:docMk/>
            <pc:sldMk cId="0" sldId="283"/>
            <ac:spMk id="10" creationId="{00000000-0000-0000-0000-000000000000}"/>
          </ac:spMkLst>
        </pc:spChg>
        <pc:spChg chg="mod">
          <ac:chgData name="Matrisciano, Salvatore" userId="faaac180-6cce-4db1-bdfa-60d62fdd4adb" providerId="ADAL" clId="{29623C48-0A88-510E-8DC5-E09F167645C6}" dt="2026-09-28T07:39:38.156" v="4388" actId="14100"/>
          <ac:spMkLst>
            <pc:docMk/>
            <pc:sldMk cId="0" sldId="283"/>
            <ac:spMk id="11" creationId="{00000000-0000-0000-0000-000000000000}"/>
          </ac:spMkLst>
        </pc:spChg>
        <pc:spChg chg="mod">
          <ac:chgData name="Matrisciano, Salvatore" userId="faaac180-6cce-4db1-bdfa-60d62fdd4adb" providerId="ADAL" clId="{29623C48-0A88-510E-8DC5-E09F167645C6}" dt="2026-09-28T09:08:45.401" v="5362" actId="207"/>
          <ac:spMkLst>
            <pc:docMk/>
            <pc:sldMk cId="0" sldId="283"/>
            <ac:spMk id="12" creationId="{00000000-0000-0000-0000-000000000000}"/>
          </ac:spMkLst>
        </pc:spChg>
        <pc:spChg chg="mod">
          <ac:chgData name="Matrisciano, Salvatore" userId="faaac180-6cce-4db1-bdfa-60d62fdd4adb" providerId="ADAL" clId="{29623C48-0A88-510E-8DC5-E09F167645C6}" dt="2026-09-28T07:39:14.150" v="4379" actId="14100"/>
          <ac:spMkLst>
            <pc:docMk/>
            <pc:sldMk cId="0" sldId="283"/>
            <ac:spMk id="13" creationId="{00000000-0000-0000-0000-000000000000}"/>
          </ac:spMkLst>
        </pc:spChg>
        <pc:spChg chg="mod">
          <ac:chgData name="Matrisciano, Salvatore" userId="faaac180-6cce-4db1-bdfa-60d62fdd4adb" providerId="ADAL" clId="{29623C48-0A88-510E-8DC5-E09F167645C6}" dt="2026-09-28T07:39:51.217" v="4391" actId="255"/>
          <ac:spMkLst>
            <pc:docMk/>
            <pc:sldMk cId="0" sldId="283"/>
            <ac:spMk id="14" creationId="{00000000-0000-0000-0000-000000000000}"/>
          </ac:spMkLst>
        </pc:spChg>
        <pc:spChg chg="mod">
          <ac:chgData name="Matrisciano, Salvatore" userId="faaac180-6cce-4db1-bdfa-60d62fdd4adb" providerId="ADAL" clId="{29623C48-0A88-510E-8DC5-E09F167645C6}" dt="2026-09-28T09:08:47.606" v="5363" actId="207"/>
          <ac:spMkLst>
            <pc:docMk/>
            <pc:sldMk cId="0" sldId="283"/>
            <ac:spMk id="15" creationId="{00000000-0000-0000-0000-000000000000}"/>
          </ac:spMkLst>
        </pc:spChg>
      </pc:sldChg>
      <pc:sldChg chg="modSp add mod ord">
        <pc:chgData name="Matrisciano, Salvatore" userId="faaac180-6cce-4db1-bdfa-60d62fdd4adb" providerId="ADAL" clId="{29623C48-0A88-510E-8DC5-E09F167645C6}" dt="2026-09-28T07:43:34.681" v="4480" actId="1035"/>
        <pc:sldMkLst>
          <pc:docMk/>
          <pc:sldMk cId="0" sldId="284"/>
        </pc:sldMkLst>
        <pc:spChg chg="mod">
          <ac:chgData name="Matrisciano, Salvatore" userId="faaac180-6cce-4db1-bdfa-60d62fdd4adb" providerId="ADAL" clId="{29623C48-0A88-510E-8DC5-E09F167645C6}" dt="2026-09-28T07:41:12.232" v="4400" actId="255"/>
          <ac:spMkLst>
            <pc:docMk/>
            <pc:sldMk cId="0" sldId="284"/>
            <ac:spMk id="4" creationId="{00000000-0000-0000-0000-000000000000}"/>
          </ac:spMkLst>
        </pc:spChg>
        <pc:spChg chg="mod">
          <ac:chgData name="Matrisciano, Salvatore" userId="faaac180-6cce-4db1-bdfa-60d62fdd4adb" providerId="ADAL" clId="{29623C48-0A88-510E-8DC5-E09F167645C6}" dt="2026-09-28T07:43:15.745" v="4473" actId="1035"/>
          <ac:spMkLst>
            <pc:docMk/>
            <pc:sldMk cId="0" sldId="284"/>
            <ac:spMk id="6" creationId="{00000000-0000-0000-0000-000000000000}"/>
          </ac:spMkLst>
        </pc:spChg>
        <pc:spChg chg="mod">
          <ac:chgData name="Matrisciano, Salvatore" userId="faaac180-6cce-4db1-bdfa-60d62fdd4adb" providerId="ADAL" clId="{29623C48-0A88-510E-8DC5-E09F167645C6}" dt="2026-09-28T07:43:07.612" v="4468" actId="1036"/>
          <ac:spMkLst>
            <pc:docMk/>
            <pc:sldMk cId="0" sldId="284"/>
            <ac:spMk id="8" creationId="{00000000-0000-0000-0000-000000000000}"/>
          </ac:spMkLst>
        </pc:spChg>
        <pc:spChg chg="mod">
          <ac:chgData name="Matrisciano, Salvatore" userId="faaac180-6cce-4db1-bdfa-60d62fdd4adb" providerId="ADAL" clId="{29623C48-0A88-510E-8DC5-E09F167645C6}" dt="2026-09-28T07:42:58.324" v="4465" actId="1036"/>
          <ac:spMkLst>
            <pc:docMk/>
            <pc:sldMk cId="0" sldId="284"/>
            <ac:spMk id="10" creationId="{00000000-0000-0000-0000-000000000000}"/>
          </ac:spMkLst>
        </pc:spChg>
        <pc:spChg chg="mod">
          <ac:chgData name="Matrisciano, Salvatore" userId="faaac180-6cce-4db1-bdfa-60d62fdd4adb" providerId="ADAL" clId="{29623C48-0A88-510E-8DC5-E09F167645C6}" dt="2026-09-28T07:43:32.622" v="4478" actId="1035"/>
          <ac:spMkLst>
            <pc:docMk/>
            <pc:sldMk cId="0" sldId="284"/>
            <ac:spMk id="11" creationId="{00000000-0000-0000-0000-000000000000}"/>
          </ac:spMkLst>
        </pc:spChg>
        <pc:spChg chg="mod">
          <ac:chgData name="Matrisciano, Salvatore" userId="faaac180-6cce-4db1-bdfa-60d62fdd4adb" providerId="ADAL" clId="{29623C48-0A88-510E-8DC5-E09F167645C6}" dt="2026-09-28T07:43:34.681" v="4480" actId="1035"/>
          <ac:spMkLst>
            <pc:docMk/>
            <pc:sldMk cId="0" sldId="284"/>
            <ac:spMk id="12" creationId="{00000000-0000-0000-0000-000000000000}"/>
          </ac:spMkLst>
        </pc:spChg>
      </pc:sldChg>
      <pc:sldChg chg="modSp add del mod">
        <pc:chgData name="Matrisciano, Salvatore" userId="faaac180-6cce-4db1-bdfa-60d62fdd4adb" providerId="ADAL" clId="{29623C48-0A88-510E-8DC5-E09F167645C6}" dt="2026-09-28T09:09:00.849" v="5366" actId="207"/>
        <pc:sldMkLst>
          <pc:docMk/>
          <pc:sldMk cId="0" sldId="285"/>
        </pc:sldMkLst>
        <pc:spChg chg="mod">
          <ac:chgData name="Matrisciano, Salvatore" userId="faaac180-6cce-4db1-bdfa-60d62fdd4adb" providerId="ADAL" clId="{29623C48-0A88-510E-8DC5-E09F167645C6}" dt="2026-09-28T07:46:34.872" v="4524" actId="255"/>
          <ac:spMkLst>
            <pc:docMk/>
            <pc:sldMk cId="0" sldId="285"/>
            <ac:spMk id="3" creationId="{00000000-0000-0000-0000-000000000000}"/>
          </ac:spMkLst>
        </pc:spChg>
        <pc:spChg chg="mod">
          <ac:chgData name="Matrisciano, Salvatore" userId="faaac180-6cce-4db1-bdfa-60d62fdd4adb" providerId="ADAL" clId="{29623C48-0A88-510E-8DC5-E09F167645C6}" dt="2026-09-28T07:46:38.873" v="4525" actId="255"/>
          <ac:spMkLst>
            <pc:docMk/>
            <pc:sldMk cId="0" sldId="285"/>
            <ac:spMk id="4" creationId="{00000000-0000-0000-0000-000000000000}"/>
          </ac:spMkLst>
        </pc:spChg>
        <pc:spChg chg="mod">
          <ac:chgData name="Matrisciano, Salvatore" userId="faaac180-6cce-4db1-bdfa-60d62fdd4adb" providerId="ADAL" clId="{29623C48-0A88-510E-8DC5-E09F167645C6}" dt="2026-09-28T07:49:27.155" v="4579" actId="1036"/>
          <ac:spMkLst>
            <pc:docMk/>
            <pc:sldMk cId="0" sldId="285"/>
            <ac:spMk id="5" creationId="{00000000-0000-0000-0000-000000000000}"/>
          </ac:spMkLst>
        </pc:spChg>
        <pc:spChg chg="mod">
          <ac:chgData name="Matrisciano, Salvatore" userId="faaac180-6cce-4db1-bdfa-60d62fdd4adb" providerId="ADAL" clId="{29623C48-0A88-510E-8DC5-E09F167645C6}" dt="2026-09-28T07:49:27.155" v="4579" actId="1036"/>
          <ac:spMkLst>
            <pc:docMk/>
            <pc:sldMk cId="0" sldId="285"/>
            <ac:spMk id="6" creationId="{00000000-0000-0000-0000-000000000000}"/>
          </ac:spMkLst>
        </pc:spChg>
        <pc:spChg chg="mod">
          <ac:chgData name="Matrisciano, Salvatore" userId="faaac180-6cce-4db1-bdfa-60d62fdd4adb" providerId="ADAL" clId="{29623C48-0A88-510E-8DC5-E09F167645C6}" dt="2026-09-28T09:08:54.101" v="5364" actId="207"/>
          <ac:spMkLst>
            <pc:docMk/>
            <pc:sldMk cId="0" sldId="285"/>
            <ac:spMk id="7" creationId="{00000000-0000-0000-0000-000000000000}"/>
          </ac:spMkLst>
        </pc:spChg>
        <pc:spChg chg="mod">
          <ac:chgData name="Matrisciano, Salvatore" userId="faaac180-6cce-4db1-bdfa-60d62fdd4adb" providerId="ADAL" clId="{29623C48-0A88-510E-8DC5-E09F167645C6}" dt="2026-09-28T07:49:27.155" v="4579" actId="1036"/>
          <ac:spMkLst>
            <pc:docMk/>
            <pc:sldMk cId="0" sldId="285"/>
            <ac:spMk id="8" creationId="{00000000-0000-0000-0000-000000000000}"/>
          </ac:spMkLst>
        </pc:spChg>
        <pc:spChg chg="mod">
          <ac:chgData name="Matrisciano, Salvatore" userId="faaac180-6cce-4db1-bdfa-60d62fdd4adb" providerId="ADAL" clId="{29623C48-0A88-510E-8DC5-E09F167645C6}" dt="2026-09-28T07:49:27.155" v="4579" actId="1036"/>
          <ac:spMkLst>
            <pc:docMk/>
            <pc:sldMk cId="0" sldId="285"/>
            <ac:spMk id="9" creationId="{00000000-0000-0000-0000-000000000000}"/>
          </ac:spMkLst>
        </pc:spChg>
        <pc:spChg chg="mod">
          <ac:chgData name="Matrisciano, Salvatore" userId="faaac180-6cce-4db1-bdfa-60d62fdd4adb" providerId="ADAL" clId="{29623C48-0A88-510E-8DC5-E09F167645C6}" dt="2026-09-28T09:08:56.073" v="5365" actId="207"/>
          <ac:spMkLst>
            <pc:docMk/>
            <pc:sldMk cId="0" sldId="285"/>
            <ac:spMk id="10" creationId="{00000000-0000-0000-0000-000000000000}"/>
          </ac:spMkLst>
        </pc:spChg>
        <pc:spChg chg="mod">
          <ac:chgData name="Matrisciano, Salvatore" userId="faaac180-6cce-4db1-bdfa-60d62fdd4adb" providerId="ADAL" clId="{29623C48-0A88-510E-8DC5-E09F167645C6}" dt="2026-09-28T07:49:27.155" v="4579" actId="1036"/>
          <ac:spMkLst>
            <pc:docMk/>
            <pc:sldMk cId="0" sldId="285"/>
            <ac:spMk id="11" creationId="{00000000-0000-0000-0000-000000000000}"/>
          </ac:spMkLst>
        </pc:spChg>
        <pc:spChg chg="mod">
          <ac:chgData name="Matrisciano, Salvatore" userId="faaac180-6cce-4db1-bdfa-60d62fdd4adb" providerId="ADAL" clId="{29623C48-0A88-510E-8DC5-E09F167645C6}" dt="2026-09-28T07:49:27.155" v="4579" actId="1036"/>
          <ac:spMkLst>
            <pc:docMk/>
            <pc:sldMk cId="0" sldId="285"/>
            <ac:spMk id="12" creationId="{00000000-0000-0000-0000-000000000000}"/>
          </ac:spMkLst>
        </pc:spChg>
        <pc:spChg chg="mod">
          <ac:chgData name="Matrisciano, Salvatore" userId="faaac180-6cce-4db1-bdfa-60d62fdd4adb" providerId="ADAL" clId="{29623C48-0A88-510E-8DC5-E09F167645C6}" dt="2026-09-28T09:09:00.849" v="5366" actId="207"/>
          <ac:spMkLst>
            <pc:docMk/>
            <pc:sldMk cId="0" sldId="285"/>
            <ac:spMk id="13" creationId="{00000000-0000-0000-0000-000000000000}"/>
          </ac:spMkLst>
        </pc:spChg>
      </pc:sldChg>
      <pc:sldChg chg="modSp add mod">
        <pc:chgData name="Matrisciano, Salvatore" userId="faaac180-6cce-4db1-bdfa-60d62fdd4adb" providerId="ADAL" clId="{29623C48-0A88-510E-8DC5-E09F167645C6}" dt="2026-09-28T09:09:56.398" v="5371" actId="207"/>
        <pc:sldMkLst>
          <pc:docMk/>
          <pc:sldMk cId="0" sldId="286"/>
        </pc:sldMkLst>
        <pc:spChg chg="mod">
          <ac:chgData name="Matrisciano, Salvatore" userId="faaac180-6cce-4db1-bdfa-60d62fdd4adb" providerId="ADAL" clId="{29623C48-0A88-510E-8DC5-E09F167645C6}" dt="2026-09-28T07:51:48.066" v="4584" actId="255"/>
          <ac:spMkLst>
            <pc:docMk/>
            <pc:sldMk cId="0" sldId="286"/>
            <ac:spMk id="2" creationId="{00000000-0000-0000-0000-000000000000}"/>
          </ac:spMkLst>
        </pc:spChg>
        <pc:spChg chg="mod">
          <ac:chgData name="Matrisciano, Salvatore" userId="faaac180-6cce-4db1-bdfa-60d62fdd4adb" providerId="ADAL" clId="{29623C48-0A88-510E-8DC5-E09F167645C6}" dt="2026-09-28T07:51:51.751" v="4585" actId="255"/>
          <ac:spMkLst>
            <pc:docMk/>
            <pc:sldMk cId="0" sldId="286"/>
            <ac:spMk id="3" creationId="{00000000-0000-0000-0000-000000000000}"/>
          </ac:spMkLst>
        </pc:spChg>
        <pc:spChg chg="mod">
          <ac:chgData name="Matrisciano, Salvatore" userId="faaac180-6cce-4db1-bdfa-60d62fdd4adb" providerId="ADAL" clId="{29623C48-0A88-510E-8DC5-E09F167645C6}" dt="2026-09-28T09:09:22.390" v="5367" actId="207"/>
          <ac:spMkLst>
            <pc:docMk/>
            <pc:sldMk cId="0" sldId="286"/>
            <ac:spMk id="7" creationId="{00000000-0000-0000-0000-000000000000}"/>
          </ac:spMkLst>
        </pc:spChg>
        <pc:spChg chg="mod">
          <ac:chgData name="Matrisciano, Salvatore" userId="faaac180-6cce-4db1-bdfa-60d62fdd4adb" providerId="ADAL" clId="{29623C48-0A88-510E-8DC5-E09F167645C6}" dt="2026-09-28T09:09:25.982" v="5368" actId="207"/>
          <ac:spMkLst>
            <pc:docMk/>
            <pc:sldMk cId="0" sldId="286"/>
            <ac:spMk id="11" creationId="{00000000-0000-0000-0000-000000000000}"/>
          </ac:spMkLst>
        </pc:spChg>
        <pc:spChg chg="mod">
          <ac:chgData name="Matrisciano, Salvatore" userId="faaac180-6cce-4db1-bdfa-60d62fdd4adb" providerId="ADAL" clId="{29623C48-0A88-510E-8DC5-E09F167645C6}" dt="2026-09-28T09:09:47.976" v="5369" actId="207"/>
          <ac:spMkLst>
            <pc:docMk/>
            <pc:sldMk cId="0" sldId="286"/>
            <ac:spMk id="15" creationId="{00000000-0000-0000-0000-000000000000}"/>
          </ac:spMkLst>
        </pc:spChg>
        <pc:spChg chg="mod">
          <ac:chgData name="Matrisciano, Salvatore" userId="faaac180-6cce-4db1-bdfa-60d62fdd4adb" providerId="ADAL" clId="{29623C48-0A88-510E-8DC5-E09F167645C6}" dt="2026-09-28T09:09:50.811" v="5370" actId="207"/>
          <ac:spMkLst>
            <pc:docMk/>
            <pc:sldMk cId="0" sldId="286"/>
            <ac:spMk id="19" creationId="{00000000-0000-0000-0000-000000000000}"/>
          </ac:spMkLst>
        </pc:spChg>
        <pc:spChg chg="mod">
          <ac:chgData name="Matrisciano, Salvatore" userId="faaac180-6cce-4db1-bdfa-60d62fdd4adb" providerId="ADAL" clId="{29623C48-0A88-510E-8DC5-E09F167645C6}" dt="2026-09-28T09:09:56.398" v="5371" actId="207"/>
          <ac:spMkLst>
            <pc:docMk/>
            <pc:sldMk cId="0" sldId="286"/>
            <ac:spMk id="23" creationId="{00000000-0000-0000-0000-000000000000}"/>
          </ac:spMkLst>
        </pc:spChg>
      </pc:sldChg>
      <pc:sldChg chg="delSp modSp add mod modNotesTx">
        <pc:chgData name="Matrisciano, Salvatore" userId="faaac180-6cce-4db1-bdfa-60d62fdd4adb" providerId="ADAL" clId="{29623C48-0A88-510E-8DC5-E09F167645C6}" dt="2026-09-28T12:28:12.822" v="5718" actId="20577"/>
        <pc:sldMkLst>
          <pc:docMk/>
          <pc:sldMk cId="0" sldId="287"/>
        </pc:sldMkLst>
        <pc:spChg chg="mod">
          <ac:chgData name="Matrisciano, Salvatore" userId="faaac180-6cce-4db1-bdfa-60d62fdd4adb" providerId="ADAL" clId="{29623C48-0A88-510E-8DC5-E09F167645C6}" dt="2026-09-28T08:15:23.899" v="4610" actId="255"/>
          <ac:spMkLst>
            <pc:docMk/>
            <pc:sldMk cId="0" sldId="287"/>
            <ac:spMk id="2" creationId="{00000000-0000-0000-0000-000000000000}"/>
          </ac:spMkLst>
        </pc:spChg>
        <pc:spChg chg="mod">
          <ac:chgData name="Matrisciano, Salvatore" userId="faaac180-6cce-4db1-bdfa-60d62fdd4adb" providerId="ADAL" clId="{29623C48-0A88-510E-8DC5-E09F167645C6}" dt="2026-09-28T08:15:27.991" v="4611" actId="255"/>
          <ac:spMkLst>
            <pc:docMk/>
            <pc:sldMk cId="0" sldId="287"/>
            <ac:spMk id="3" creationId="{00000000-0000-0000-0000-000000000000}"/>
          </ac:spMkLst>
        </pc:spChg>
        <pc:spChg chg="mod">
          <ac:chgData name="Matrisciano, Salvatore" userId="faaac180-6cce-4db1-bdfa-60d62fdd4adb" providerId="ADAL" clId="{29623C48-0A88-510E-8DC5-E09F167645C6}" dt="2026-09-28T08:17:44.553" v="4621" actId="1076"/>
          <ac:spMkLst>
            <pc:docMk/>
            <pc:sldMk cId="0" sldId="287"/>
            <ac:spMk id="4" creationId="{00000000-0000-0000-0000-000000000000}"/>
          </ac:spMkLst>
        </pc:spChg>
        <pc:spChg chg="mod">
          <ac:chgData name="Matrisciano, Salvatore" userId="faaac180-6cce-4db1-bdfa-60d62fdd4adb" providerId="ADAL" clId="{29623C48-0A88-510E-8DC5-E09F167645C6}" dt="2026-09-28T08:18:09.685" v="4639" actId="14100"/>
          <ac:spMkLst>
            <pc:docMk/>
            <pc:sldMk cId="0" sldId="287"/>
            <ac:spMk id="5" creationId="{00000000-0000-0000-0000-000000000000}"/>
          </ac:spMkLst>
        </pc:spChg>
        <pc:spChg chg="mod">
          <ac:chgData name="Matrisciano, Salvatore" userId="faaac180-6cce-4db1-bdfa-60d62fdd4adb" providerId="ADAL" clId="{29623C48-0A88-510E-8DC5-E09F167645C6}" dt="2026-09-28T08:50:35.621" v="5100" actId="1035"/>
          <ac:spMkLst>
            <pc:docMk/>
            <pc:sldMk cId="0" sldId="287"/>
            <ac:spMk id="6" creationId="{00000000-0000-0000-0000-000000000000}"/>
          </ac:spMkLst>
        </pc:spChg>
        <pc:spChg chg="del mod">
          <ac:chgData name="Matrisciano, Salvatore" userId="faaac180-6cce-4db1-bdfa-60d62fdd4adb" providerId="ADAL" clId="{29623C48-0A88-510E-8DC5-E09F167645C6}" dt="2026-09-28T08:13:46.347" v="4609" actId="478"/>
          <ac:spMkLst>
            <pc:docMk/>
            <pc:sldMk cId="0" sldId="287"/>
            <ac:spMk id="7" creationId="{00000000-0000-0000-0000-000000000000}"/>
          </ac:spMkLst>
        </pc:spChg>
        <pc:spChg chg="mod">
          <ac:chgData name="Matrisciano, Salvatore" userId="faaac180-6cce-4db1-bdfa-60d62fdd4adb" providerId="ADAL" clId="{29623C48-0A88-510E-8DC5-E09F167645C6}" dt="2026-09-28T12:20:36.737" v="5711" actId="20577"/>
          <ac:spMkLst>
            <pc:docMk/>
            <pc:sldMk cId="0" sldId="287"/>
            <ac:spMk id="8" creationId="{00000000-0000-0000-0000-000000000000}"/>
          </ac:spMkLst>
        </pc:spChg>
      </pc:sldChg>
      <pc:sldChg chg="delSp modSp add del mod">
        <pc:chgData name="Matrisciano, Salvatore" userId="faaac180-6cce-4db1-bdfa-60d62fdd4adb" providerId="ADAL" clId="{29623C48-0A88-510E-8DC5-E09F167645C6}" dt="2026-09-28T08:29:40.398" v="4813" actId="1036"/>
        <pc:sldMkLst>
          <pc:docMk/>
          <pc:sldMk cId="0" sldId="288"/>
        </pc:sldMkLst>
        <pc:spChg chg="mod">
          <ac:chgData name="Matrisciano, Salvatore" userId="faaac180-6cce-4db1-bdfa-60d62fdd4adb" providerId="ADAL" clId="{29623C48-0A88-510E-8DC5-E09F167645C6}" dt="2026-09-28T08:29:07.568" v="4807" actId="1036"/>
          <ac:spMkLst>
            <pc:docMk/>
            <pc:sldMk cId="0" sldId="288"/>
            <ac:spMk id="2" creationId="{00000000-0000-0000-0000-000000000000}"/>
          </ac:spMkLst>
        </pc:spChg>
        <pc:spChg chg="mod">
          <ac:chgData name="Matrisciano, Salvatore" userId="faaac180-6cce-4db1-bdfa-60d62fdd4adb" providerId="ADAL" clId="{29623C48-0A88-510E-8DC5-E09F167645C6}" dt="2026-09-28T08:29:40.398" v="4813" actId="1036"/>
          <ac:spMkLst>
            <pc:docMk/>
            <pc:sldMk cId="0" sldId="288"/>
            <ac:spMk id="3" creationId="{00000000-0000-0000-0000-000000000000}"/>
          </ac:spMkLst>
        </pc:spChg>
        <pc:spChg chg="mod">
          <ac:chgData name="Matrisciano, Salvatore" userId="faaac180-6cce-4db1-bdfa-60d62fdd4adb" providerId="ADAL" clId="{29623C48-0A88-510E-8DC5-E09F167645C6}" dt="2026-09-28T08:29:13.687" v="4812" actId="1036"/>
          <ac:spMkLst>
            <pc:docMk/>
            <pc:sldMk cId="0" sldId="288"/>
            <ac:spMk id="4" creationId="{00000000-0000-0000-0000-000000000000}"/>
          </ac:spMkLst>
        </pc:spChg>
        <pc:spChg chg="mod">
          <ac:chgData name="Matrisciano, Salvatore" userId="faaac180-6cce-4db1-bdfa-60d62fdd4adb" providerId="ADAL" clId="{29623C48-0A88-510E-8DC5-E09F167645C6}" dt="2026-09-28T08:29:13.687" v="4812" actId="1036"/>
          <ac:spMkLst>
            <pc:docMk/>
            <pc:sldMk cId="0" sldId="288"/>
            <ac:spMk id="5" creationId="{00000000-0000-0000-0000-000000000000}"/>
          </ac:spMkLst>
        </pc:spChg>
        <pc:spChg chg="del">
          <ac:chgData name="Matrisciano, Salvatore" userId="faaac180-6cce-4db1-bdfa-60d62fdd4adb" providerId="ADAL" clId="{29623C48-0A88-510E-8DC5-E09F167645C6}" dt="2026-09-28T08:27:13.673" v="4750" actId="478"/>
          <ac:spMkLst>
            <pc:docMk/>
            <pc:sldMk cId="0" sldId="288"/>
            <ac:spMk id="6" creationId="{00000000-0000-0000-0000-000000000000}"/>
          </ac:spMkLst>
        </pc:spChg>
        <pc:spChg chg="mod">
          <ac:chgData name="Matrisciano, Salvatore" userId="faaac180-6cce-4db1-bdfa-60d62fdd4adb" providerId="ADAL" clId="{29623C48-0A88-510E-8DC5-E09F167645C6}" dt="2026-09-28T08:29:13.687" v="4812" actId="1036"/>
          <ac:spMkLst>
            <pc:docMk/>
            <pc:sldMk cId="0" sldId="288"/>
            <ac:spMk id="7" creationId="{00000000-0000-0000-0000-000000000000}"/>
          </ac:spMkLst>
        </pc:spChg>
        <pc:spChg chg="mod">
          <ac:chgData name="Matrisciano, Salvatore" userId="faaac180-6cce-4db1-bdfa-60d62fdd4adb" providerId="ADAL" clId="{29623C48-0A88-510E-8DC5-E09F167645C6}" dt="2026-09-28T08:29:13.687" v="4812" actId="1036"/>
          <ac:spMkLst>
            <pc:docMk/>
            <pc:sldMk cId="0" sldId="288"/>
            <ac:spMk id="8" creationId="{00000000-0000-0000-0000-000000000000}"/>
          </ac:spMkLst>
        </pc:spChg>
        <pc:spChg chg="mod">
          <ac:chgData name="Matrisciano, Salvatore" userId="faaac180-6cce-4db1-bdfa-60d62fdd4adb" providerId="ADAL" clId="{29623C48-0A88-510E-8DC5-E09F167645C6}" dt="2026-09-28T08:29:13.687" v="4812" actId="1036"/>
          <ac:spMkLst>
            <pc:docMk/>
            <pc:sldMk cId="0" sldId="288"/>
            <ac:spMk id="9" creationId="{00000000-0000-0000-0000-000000000000}"/>
          </ac:spMkLst>
        </pc:spChg>
      </pc:sldChg>
      <pc:sldChg chg="modSp add del mod">
        <pc:chgData name="Matrisciano, Salvatore" userId="faaac180-6cce-4db1-bdfa-60d62fdd4adb" providerId="ADAL" clId="{29623C48-0A88-510E-8DC5-E09F167645C6}" dt="2026-09-28T08:54:24.058" v="5210" actId="14100"/>
        <pc:sldMkLst>
          <pc:docMk/>
          <pc:sldMk cId="0" sldId="289"/>
        </pc:sldMkLst>
        <pc:spChg chg="mod">
          <ac:chgData name="Matrisciano, Salvatore" userId="faaac180-6cce-4db1-bdfa-60d62fdd4adb" providerId="ADAL" clId="{29623C48-0A88-510E-8DC5-E09F167645C6}" dt="2026-09-28T08:54:16.576" v="5208" actId="1035"/>
          <ac:spMkLst>
            <pc:docMk/>
            <pc:sldMk cId="0" sldId="289"/>
            <ac:spMk id="4" creationId="{00000000-0000-0000-0000-000000000000}"/>
          </ac:spMkLst>
        </pc:spChg>
        <pc:spChg chg="mod">
          <ac:chgData name="Matrisciano, Salvatore" userId="faaac180-6cce-4db1-bdfa-60d62fdd4adb" providerId="ADAL" clId="{29623C48-0A88-510E-8DC5-E09F167645C6}" dt="2026-09-28T08:54:24.058" v="5210" actId="14100"/>
          <ac:spMkLst>
            <pc:docMk/>
            <pc:sldMk cId="0" sldId="289"/>
            <ac:spMk id="5" creationId="{00000000-0000-0000-0000-000000000000}"/>
          </ac:spMkLst>
        </pc:spChg>
        <pc:spChg chg="mod">
          <ac:chgData name="Matrisciano, Salvatore" userId="faaac180-6cce-4db1-bdfa-60d62fdd4adb" providerId="ADAL" clId="{29623C48-0A88-510E-8DC5-E09F167645C6}" dt="2026-09-28T08:54:13.791" v="5206" actId="1036"/>
          <ac:spMkLst>
            <pc:docMk/>
            <pc:sldMk cId="0" sldId="289"/>
            <ac:spMk id="6" creationId="{00000000-0000-0000-0000-000000000000}"/>
          </ac:spMkLst>
        </pc:spChg>
        <pc:spChg chg="mod">
          <ac:chgData name="Matrisciano, Salvatore" userId="faaac180-6cce-4db1-bdfa-60d62fdd4adb" providerId="ADAL" clId="{29623C48-0A88-510E-8DC5-E09F167645C6}" dt="2026-09-28T08:54:16.576" v="5208" actId="1035"/>
          <ac:spMkLst>
            <pc:docMk/>
            <pc:sldMk cId="0" sldId="289"/>
            <ac:spMk id="7" creationId="{00000000-0000-0000-0000-000000000000}"/>
          </ac:spMkLst>
        </pc:spChg>
        <pc:spChg chg="mod">
          <ac:chgData name="Matrisciano, Salvatore" userId="faaac180-6cce-4db1-bdfa-60d62fdd4adb" providerId="ADAL" clId="{29623C48-0A88-510E-8DC5-E09F167645C6}" dt="2026-09-28T08:54:16.576" v="5208" actId="1035"/>
          <ac:spMkLst>
            <pc:docMk/>
            <pc:sldMk cId="0" sldId="289"/>
            <ac:spMk id="8" creationId="{00000000-0000-0000-0000-000000000000}"/>
          </ac:spMkLst>
        </pc:spChg>
        <pc:spChg chg="mod">
          <ac:chgData name="Matrisciano, Salvatore" userId="faaac180-6cce-4db1-bdfa-60d62fdd4adb" providerId="ADAL" clId="{29623C48-0A88-510E-8DC5-E09F167645C6}" dt="2026-09-28T08:54:16.576" v="5208" actId="1035"/>
          <ac:spMkLst>
            <pc:docMk/>
            <pc:sldMk cId="0" sldId="289"/>
            <ac:spMk id="9" creationId="{00000000-0000-0000-0000-000000000000}"/>
          </ac:spMkLst>
        </pc:spChg>
      </pc:sldChg>
      <pc:sldChg chg="add del">
        <pc:chgData name="Matrisciano, Salvatore" userId="faaac180-6cce-4db1-bdfa-60d62fdd4adb" providerId="ADAL" clId="{29623C48-0A88-510E-8DC5-E09F167645C6}" dt="2026-09-28T09:30:42.923" v="5606" actId="2696"/>
        <pc:sldMkLst>
          <pc:docMk/>
          <pc:sldMk cId="0" sldId="290"/>
        </pc:sldMkLst>
      </pc:sldChg>
      <pc:sldChg chg="modSp add del mod ord">
        <pc:chgData name="Matrisciano, Salvatore" userId="faaac180-6cce-4db1-bdfa-60d62fdd4adb" providerId="ADAL" clId="{29623C48-0A88-510E-8DC5-E09F167645C6}" dt="2026-09-28T09:29:55.446" v="5605" actId="20578"/>
        <pc:sldMkLst>
          <pc:docMk/>
          <pc:sldMk cId="0" sldId="291"/>
        </pc:sldMkLst>
        <pc:spChg chg="mod">
          <ac:chgData name="Matrisciano, Salvatore" userId="faaac180-6cce-4db1-bdfa-60d62fdd4adb" providerId="ADAL" clId="{29623C48-0A88-510E-8DC5-E09F167645C6}" dt="2026-09-28T09:27:25.252" v="5561" actId="1035"/>
          <ac:spMkLst>
            <pc:docMk/>
            <pc:sldMk cId="0" sldId="291"/>
            <ac:spMk id="2" creationId="{00000000-0000-0000-0000-000000000000}"/>
          </ac:spMkLst>
        </pc:spChg>
        <pc:spChg chg="mod">
          <ac:chgData name="Matrisciano, Salvatore" userId="faaac180-6cce-4db1-bdfa-60d62fdd4adb" providerId="ADAL" clId="{29623C48-0A88-510E-8DC5-E09F167645C6}" dt="2026-09-28T09:29:43.249" v="5604" actId="1076"/>
          <ac:spMkLst>
            <pc:docMk/>
            <pc:sldMk cId="0" sldId="291"/>
            <ac:spMk id="13" creationId="{C9E1C4DB-FBEF-BC3C-3B1A-89725B030B3B}"/>
          </ac:spMkLst>
        </pc:spChg>
        <pc:spChg chg="mod">
          <ac:chgData name="Matrisciano, Salvatore" userId="faaac180-6cce-4db1-bdfa-60d62fdd4adb" providerId="ADAL" clId="{29623C48-0A88-510E-8DC5-E09F167645C6}" dt="2026-09-28T09:29:35.241" v="5603" actId="1076"/>
          <ac:spMkLst>
            <pc:docMk/>
            <pc:sldMk cId="0" sldId="291"/>
            <ac:spMk id="16" creationId="{7BEBF36C-5F18-17AA-FA23-91A11E84074B}"/>
          </ac:spMkLst>
        </pc:spChg>
        <pc:spChg chg="mod">
          <ac:chgData name="Matrisciano, Salvatore" userId="faaac180-6cce-4db1-bdfa-60d62fdd4adb" providerId="ADAL" clId="{29623C48-0A88-510E-8DC5-E09F167645C6}" dt="2026-09-28T09:28:40.020" v="5596" actId="1076"/>
          <ac:spMkLst>
            <pc:docMk/>
            <pc:sldMk cId="0" sldId="291"/>
            <ac:spMk id="17" creationId="{00000000-0000-0000-0000-000000000000}"/>
          </ac:spMkLst>
        </pc:spChg>
        <pc:spChg chg="mod">
          <ac:chgData name="Matrisciano, Salvatore" userId="faaac180-6cce-4db1-bdfa-60d62fdd4adb" providerId="ADAL" clId="{29623C48-0A88-510E-8DC5-E09F167645C6}" dt="2026-09-28T09:28:45.598" v="5600" actId="1036"/>
          <ac:spMkLst>
            <pc:docMk/>
            <pc:sldMk cId="0" sldId="291"/>
            <ac:spMk id="19" creationId="{00000000-0000-0000-0000-000000000000}"/>
          </ac:spMkLst>
        </pc:spChg>
        <pc:picChg chg="mod">
          <ac:chgData name="Matrisciano, Salvatore" userId="faaac180-6cce-4db1-bdfa-60d62fdd4adb" providerId="ADAL" clId="{29623C48-0A88-510E-8DC5-E09F167645C6}" dt="2026-09-28T09:27:35.929" v="5582" actId="1035"/>
          <ac:picMkLst>
            <pc:docMk/>
            <pc:sldMk cId="0" sldId="291"/>
            <ac:picMk id="3" creationId="{00000000-0000-0000-0000-000000000000}"/>
          </ac:picMkLst>
        </pc:picChg>
        <pc:picChg chg="mod">
          <ac:chgData name="Matrisciano, Salvatore" userId="faaac180-6cce-4db1-bdfa-60d62fdd4adb" providerId="ADAL" clId="{29623C48-0A88-510E-8DC5-E09F167645C6}" dt="2026-09-28T09:27:44.823" v="5583" actId="1076"/>
          <ac:picMkLst>
            <pc:docMk/>
            <pc:sldMk cId="0" sldId="291"/>
            <ac:picMk id="10" creationId="{283E7036-6760-391B-87BE-9F7E71E6059B}"/>
          </ac:picMkLst>
        </pc:picChg>
        <pc:picChg chg="mod">
          <ac:chgData name="Matrisciano, Salvatore" userId="faaac180-6cce-4db1-bdfa-60d62fdd4adb" providerId="ADAL" clId="{29623C48-0A88-510E-8DC5-E09F167645C6}" dt="2026-09-28T09:27:35.929" v="5582" actId="1035"/>
          <ac:picMkLst>
            <pc:docMk/>
            <pc:sldMk cId="0" sldId="291"/>
            <ac:picMk id="11" creationId="{791DD59E-DF22-FBAC-C586-9E08192F43A7}"/>
          </ac:picMkLst>
        </pc:picChg>
        <pc:picChg chg="mod">
          <ac:chgData name="Matrisciano, Salvatore" userId="faaac180-6cce-4db1-bdfa-60d62fdd4adb" providerId="ADAL" clId="{29623C48-0A88-510E-8DC5-E09F167645C6}" dt="2026-09-28T09:27:44.823" v="5583" actId="1076"/>
          <ac:picMkLst>
            <pc:docMk/>
            <pc:sldMk cId="0" sldId="291"/>
            <ac:picMk id="14" creationId="{13F53A0F-D62F-523E-6D16-830DF466193A}"/>
          </ac:picMkLst>
        </pc:picChg>
        <pc:picChg chg="mod">
          <ac:chgData name="Matrisciano, Salvatore" userId="faaac180-6cce-4db1-bdfa-60d62fdd4adb" providerId="ADAL" clId="{29623C48-0A88-510E-8DC5-E09F167645C6}" dt="2026-09-28T09:28:35.929" v="5595" actId="1076"/>
          <ac:picMkLst>
            <pc:docMk/>
            <pc:sldMk cId="0" sldId="291"/>
            <ac:picMk id="18" creationId="{00000000-0000-0000-0000-000000000000}"/>
          </ac:picMkLst>
        </pc:picChg>
      </pc:sldChg>
      <pc:sldChg chg="modSp add mod ord modNotes">
        <pc:chgData name="Matrisciano, Salvatore" userId="faaac180-6cce-4db1-bdfa-60d62fdd4adb" providerId="ADAL" clId="{29623C48-0A88-510E-8DC5-E09F167645C6}" dt="2026-09-28T12:31:41.664" v="5722" actId="20577"/>
        <pc:sldMkLst>
          <pc:docMk/>
          <pc:sldMk cId="0" sldId="292"/>
        </pc:sldMkLst>
        <pc:spChg chg="mod">
          <ac:chgData name="Matrisciano, Salvatore" userId="faaac180-6cce-4db1-bdfa-60d62fdd4adb" providerId="ADAL" clId="{29623C48-0A88-510E-8DC5-E09F167645C6}" dt="2026-09-28T11:37:09.594" v="5706" actId="255"/>
          <ac:spMkLst>
            <pc:docMk/>
            <pc:sldMk cId="0" sldId="292"/>
            <ac:spMk id="2" creationId="{00000000-0000-0000-0000-000000000000}"/>
          </ac:spMkLst>
        </pc:spChg>
        <pc:spChg chg="mod">
          <ac:chgData name="Matrisciano, Salvatore" userId="faaac180-6cce-4db1-bdfa-60d62fdd4adb" providerId="ADAL" clId="{29623C48-0A88-510E-8DC5-E09F167645C6}" dt="2026-09-28T11:37:16.788" v="5709" actId="1036"/>
          <ac:spMkLst>
            <pc:docMk/>
            <pc:sldMk cId="0" sldId="292"/>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7326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b="1" noProof="0" dirty="0"/>
              <a:t>SALVATORE:</a:t>
            </a:r>
          </a:p>
          <a:p>
            <a:r>
              <a:rPr lang="en-US" noProof="0" dirty="0"/>
              <a:t>Hi, hi everyone! I’m Salvatore Matrisciano and I’m a mobile developer…</a:t>
            </a:r>
          </a:p>
          <a:p>
            <a:endParaRPr lang="en-US" noProof="0" dirty="0"/>
          </a:p>
          <a:p>
            <a:r>
              <a:rPr lang="en-US" b="1" noProof="0" dirty="0"/>
              <a:t>STEFANO:</a:t>
            </a:r>
          </a:p>
          <a:p>
            <a:r>
              <a:rPr lang="en-US" noProof="0" dirty="0"/>
              <a:t>…and I’m Stefano Soriano, a mobile developer too. Hi everyone!</a:t>
            </a:r>
          </a:p>
          <a:p>
            <a:endParaRPr lang="en-US" noProof="0" dirty="0"/>
          </a:p>
          <a:p>
            <a:endParaRPr lang="en-US" noProof="0" dirty="0"/>
          </a:p>
          <a:p>
            <a:endParaRPr lang="en-US" noProof="0" dirty="0"/>
          </a:p>
          <a:p>
            <a:r>
              <a:rPr lang="en-US" noProof="0" dirty="0"/>
              <a:t>SALVATORE:</a:t>
            </a:r>
          </a:p>
          <a:p>
            <a:r>
              <a:rPr lang="en-US" noProof="0" dirty="0"/>
              <a:t>So, today we’re going to tell you a story. A true story.</a:t>
            </a:r>
          </a:p>
          <a:p>
            <a:r>
              <a:rPr lang="en-US" noProof="0" dirty="0"/>
              <a:t>The story of an app that looks inside your fridge and suggests what to cook tonight.</a:t>
            </a:r>
          </a:p>
          <a:p>
            <a:r>
              <a:rPr lang="en-US" noProof="0" dirty="0"/>
              <a:t>We built it with three different artificial intelligence models: Gemini Nano, Gemma and MobileCLIP.</a:t>
            </a:r>
          </a:p>
          <a:p>
            <a:r>
              <a:rPr lang="en-US" noProof="0" dirty="0"/>
              <a:t>And all 3 of them run right on the phone, locally.</a:t>
            </a:r>
          </a:p>
          <a:p>
            <a:endParaRPr lang="en-US" noProof="0" dirty="0"/>
          </a:p>
          <a:p>
            <a:endParaRPr lang="en-US" noProof="0" dirty="0"/>
          </a:p>
          <a:p>
            <a:r>
              <a:rPr lang="en-US" noProof="0" dirty="0"/>
              <a:t>We won’t just show you the final version, the one that works.</a:t>
            </a:r>
          </a:p>
          <a:p>
            <a:r>
              <a:rPr lang="en-US" noProof="0" dirty="0"/>
              <a:t>We’ll also show you the wrong turns we took, because that’s where we learned the most.</a:t>
            </a:r>
          </a:p>
          <a:p>
            <a:endParaRPr lang="en-US" noProof="0" dirty="0"/>
          </a:p>
          <a:p>
            <a:endParaRPr lang="en-US" noProof="0" dirty="0"/>
          </a:p>
          <a:p>
            <a:endParaRPr lang="en-US" noProof="0" dirty="0"/>
          </a:p>
          <a:p>
            <a:r>
              <a:rPr lang="en-US" noProof="0" dirty="0"/>
              <a:t>Let’s start with a question.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noProof="0"/>
              <a:t>What happens when you decide to run all of your app’s AI right on the phone?</a:t>
            </a:r>
          </a:p>
          <a:p>
            <a:endParaRPr lang="en-US" noProof="0"/>
          </a:p>
          <a:p>
            <a:endParaRPr lang="en-US" noProof="0"/>
          </a:p>
          <a:p>
            <a:endParaRPr lang="en-US" noProof="0"/>
          </a:p>
          <a:p>
            <a:r>
              <a:rPr lang="en-US" noProof="0"/>
              <a:t>Today, when we add an AI feature to an app, it’s almost automatic:</a:t>
            </a:r>
          </a:p>
          <a:p>
            <a:r>
              <a:rPr lang="en-US" noProof="0"/>
              <a:t>grab an API key, call a model in the cloud, send the request, wait for the answer.</a:t>
            </a:r>
          </a:p>
          <a:p>
            <a:r>
              <a:rPr lang="en-US" noProof="0"/>
              <a:t>It works, it’s convenient, we all do it.</a:t>
            </a:r>
          </a:p>
          <a:p>
            <a:endParaRPr lang="en-US" noProof="0"/>
          </a:p>
          <a:p>
            <a:r>
              <a:rPr lang="en-US" noProof="0"/>
              <a:t>Main point: calling an AI API from an app comes, first of all, with a cost.</a:t>
            </a:r>
          </a:p>
          <a:p>
            <a:r>
              <a:rPr lang="en-US" noProof="0"/>
              <a:t>Then, in our case, the request is a photo of the inside of someone’s kitchen.</a:t>
            </a:r>
          </a:p>
          <a:p>
            <a:r>
              <a:rPr lang="en-US" noProof="0"/>
              <a:t>Of their fridge. Of what they eat, of how they live.</a:t>
            </a:r>
          </a:p>
          <a:p>
            <a:endParaRPr lang="en-US" noProof="0"/>
          </a:p>
          <a:p>
            <a:endParaRPr lang="en-US" noProof="0"/>
          </a:p>
          <a:p>
            <a:r>
              <a:rPr lang="en-US" noProof="0"/>
              <a:t>So we asked ourselves: what if we didn’t send it anywhere?</a:t>
            </a:r>
          </a:p>
          <a:p>
            <a:r>
              <a:rPr lang="en-US" noProof="0"/>
              <a:t>No cloud. No API key to protect. No photo on any server.</a:t>
            </a:r>
          </a:p>
          <a:p>
            <a:endParaRPr lang="en-US" noProof="0"/>
          </a:p>
          <a:p>
            <a:endParaRPr lang="en-US" noProof="0"/>
          </a:p>
          <a:p>
            <a:r>
              <a:rPr lang="en-US" noProof="0"/>
              <a:t>Every request you send to a server is one more thing to protect, to justify, to explain to the user in the privacy policy, and also, above all, to pay for.</a:t>
            </a:r>
          </a:p>
          <a:p>
            <a:endParaRPr lang="en-US" noProof="0"/>
          </a:p>
          <a:p>
            <a:r>
              <a:rPr lang="en-US" noProof="0"/>
              <a:t>Before we go any further, let us show you the app.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noProof="0"/>
              <a:t>The app is called AI Pantry, and the idea is very simple: take a photo of your fridge and get a recipe idea for dinner.</a:t>
            </a:r>
          </a:p>
          <a:p>
            <a:endParaRPr lang="en-US" noProof="0"/>
          </a:p>
          <a:p>
            <a:r>
              <a:rPr lang="en-US" noProof="0"/>
              <a:t>Here’s how it works. First you take one or more photos of your fridge, and the app recognizes the ingredients it sees.</a:t>
            </a:r>
          </a:p>
          <a:p>
            <a:endParaRPr lang="en-US" noProof="0"/>
          </a:p>
          <a:p>
            <a:r>
              <a:rPr lang="en-US" noProof="0"/>
              <a:t>Then, from those photos, it builds the inventory of your pantry. So the app remembers what you have.</a:t>
            </a:r>
          </a:p>
          <a:p>
            <a:endParaRPr lang="en-US" noProof="0"/>
          </a:p>
          <a:p>
            <a:r>
              <a:rPr lang="en-US" noProof="0"/>
              <a:t>And then, from what you actually have in your pantry, it generates recipe ideas.</a:t>
            </a:r>
          </a:p>
          <a:p>
            <a:r>
              <a:rPr lang="en-US" noProof="0"/>
              <a:t>Finally, if you like one, it generates the full recipe, with all the steps to cook it.</a:t>
            </a:r>
          </a:p>
          <a:p>
            <a:endParaRPr lang="en-US" noProof="0"/>
          </a:p>
          <a:p>
            <a:r>
              <a:rPr lang="en-US" noProof="0"/>
              <a:t>And the key point is that it’s all 100% on-device.</a:t>
            </a:r>
          </a:p>
          <a:p>
            <a:r>
              <a:rPr lang="en-US" noProof="0"/>
              <a:t>So the photos and the prompts never leave the phone.</a:t>
            </a:r>
          </a:p>
          <a:p>
            <a:endParaRPr lang="en-US" noProof="0"/>
          </a:p>
          <a:p>
            <a:endParaRPr lang="en-US" noProof="0"/>
          </a:p>
          <a:p>
            <a:r>
              <a:rPr lang="en-US" noProof="0"/>
              <a:t>Let’s take a look:</a:t>
            </a:r>
          </a:p>
          <a:p>
            <a:endParaRPr lang="en-US" noProof="0"/>
          </a:p>
          <a:p>
            <a:r>
              <a:rPr lang="en-US" noProof="0"/>
              <a:t>────────────────────────</a:t>
            </a:r>
          </a:p>
          <a:p>
            <a:r>
              <a:rPr lang="en-US" noProof="0"/>
              <a:t>🎬 LIVE DEMO:</a:t>
            </a:r>
          </a:p>
          <a:p>
            <a:r>
              <a:rPr lang="en-US" noProof="0"/>
              <a:t>[Before the talk: phone mirrored, phone language set to English, airplane mode ON, empty pantry (“Your pantry is empty”, use “Clear all” if needed), Gemma already ready (no “Preparing Gemma 4 E2B…” banner). Keep a tested fridge photo and pantry photo in the gallery, to pick with the gallery button at the bottom left. Backup video ready: demo.mp4.]</a:t>
            </a:r>
          </a:p>
          <a:p>
            <a:r>
              <a:rPr lang="en-US" noProof="0"/>
              <a:t>[Timings, from the video: each photo is analyzed in 20-25 seconds, the 4 recipes arrive in under a minute, the full recipe in just over 2 minutes.]</a:t>
            </a:r>
          </a:p>
          <a:p>
            <a:endParaRPr lang="en-US" noProof="0"/>
          </a:p>
          <a:p>
            <a:r>
              <a:rPr lang="en-US" noProof="0"/>
              <a:t>[point to the status bar]</a:t>
            </a:r>
          </a:p>
          <a:p>
            <a:r>
              <a:rPr lang="en-US" noProof="0"/>
              <a:t>First thing: look up here. The phone is in airplane mode. No internet needed.</a:t>
            </a:r>
          </a:p>
          <a:p>
            <a:r>
              <a:rPr lang="en-US" noProof="0"/>
              <a:t>[tap “Scan my fridge”, “Fridge” already selected, take the photo or pick it from the gallery]</a:t>
            </a:r>
          </a:p>
          <a:p>
            <a:r>
              <a:rPr lang="en-US" noProof="0"/>
              <a:t>I pick “Fridge”, frame the fridge and take the shot.</a:t>
            </a:r>
          </a:p>
          <a:p>
            <a:endParaRPr lang="en-US" noProof="0"/>
          </a:p>
          <a:p>
            <a:r>
              <a:rPr lang="en-US" noProof="0"/>
              <a:t>[on screen “Recognizing ingredients”: the areas being analyzed light up on the photo (“Areas scanned”) and the ingredients appear one by one]</a:t>
            </a:r>
          </a:p>
          <a:p>
            <a:r>
              <a:rPr lang="en-US" noProof="0"/>
              <a:t>What’s happening now is the perception part: the app is figuring out which ingredients are in the photo, area by area, and you see them appear as soon as it finds them. During the talk we’ll explain why this part, at first, took minutes, and how we brought it down to a few seconds.</a:t>
            </a:r>
          </a:p>
          <a:p>
            <a:endParaRPr lang="en-US" noProof="0"/>
          </a:p>
          <a:p>
            <a:r>
              <a:rPr lang="en-US" noProof="0"/>
              <a:t>[the “N ingredients found” sheet opens]</a:t>
            </a:r>
          </a:p>
          <a:p>
            <a:r>
              <a:rPr lang="en-US" noProof="0"/>
              <a:t>Here they are. [read out 3-4 ingredients that actually appear]. Each one has its own confidence, and the ones below a certain threshold are already discarded. If something is wrong, I remove it with the X. [remove an item if needed]</a:t>
            </a:r>
          </a:p>
          <a:p>
            <a:endParaRPr lang="en-US" noProof="0"/>
          </a:p>
          <a:p>
            <a:r>
              <a:rPr lang="en-US" noProof="0"/>
              <a:t>[point to the line at the top “MobileCLIP-S2 zero-shot · LiteRT · on device”]</a:t>
            </a:r>
          </a:p>
          <a:p>
            <a:r>
              <a:rPr lang="en-US" noProof="0"/>
              <a:t>And look at this line: the app tells you which engine did the work. On this phone it’s [read: MobileCLIP-S2 or Gemini Nano]. Keep that in mind, because it’s the heart of the talk.</a:t>
            </a:r>
          </a:p>
          <a:p>
            <a:endParaRPr lang="en-US" noProof="0"/>
          </a:p>
          <a:p>
            <a:r>
              <a:rPr lang="en-US" noProof="0"/>
              <a:t>[tap “Scan another”, select “Pantry”, take or pick the pantry photo]</a:t>
            </a:r>
          </a:p>
          <a:p>
            <a:r>
              <a:rPr lang="en-US" noProof="0"/>
              <a:t>I do the same with the pantry. The two scans add up. [the sheet now counts the ingredients of both]</a:t>
            </a:r>
          </a:p>
          <a:p>
            <a:endParaRPr lang="en-US" noProof="0"/>
          </a:p>
          <a:p>
            <a:r>
              <a:rPr lang="en-US" noProof="0"/>
              <a:t>[tap “Add to fridge and pantry (N)”, back to “Your kitchen” with fridge and pantry]</a:t>
            </a:r>
          </a:p>
          <a:p>
            <a:r>
              <a:rPr lang="en-US" noProof="0"/>
              <a:t>I add everything. And this is the inventory, saved locally on the phone.</a:t>
            </a:r>
          </a:p>
          <a:p>
            <a:endParaRPr lang="en-US" noProof="0"/>
          </a:p>
          <a:p>
            <a:r>
              <a:rPr lang="en-US" noProof="0"/>
              <a:t>[tap “What can I cook? (N)”]</a:t>
            </a:r>
          </a:p>
          <a:p>
            <a:r>
              <a:rPr lang="en-US" noProof="0"/>
              <a:t>Now the fun part. I ask the app: what can I cook with this stuff?</a:t>
            </a:r>
          </a:p>
          <a:p>
            <a:endParaRPr lang="en-US" noProof="0"/>
          </a:p>
          <a:p>
            <a:r>
              <a:rPr lang="en-US" noProof="0"/>
              <a:t>[“Creating your recipes” screen, then the recipes arrive one at a time (“Recipe 2 of 4”…)]</a:t>
            </a:r>
          </a:p>
          <a:p>
            <a:r>
              <a:rPr lang="en-US" noProof="0"/>
              <a:t>This is where a different model comes in, a real LLM, Gemma, because inventing a recipe is a completely different job from recognizing a watermelon. We’ll look at this in detail too.</a:t>
            </a:r>
          </a:p>
          <a:p>
            <a:endParaRPr lang="en-US" noProof="0"/>
          </a:p>
          <a:p>
            <a:r>
              <a:rPr lang="en-US" noProof="0"/>
              <a:t>[the “Here’s what you can cook” list appears]</a:t>
            </a:r>
          </a:p>
          <a:p>
            <a:r>
              <a:rPr lang="en-US" noProof="0"/>
              <a:t>Here are four dinner ideas, with time and difficulty. They’re sorted by how much they use what I actually have: the ones that need me to buy something end up at the bottom, and the app tells me what I’m missing. [if a recipe shows “Missing: …”, point to it] And if they don’t convince me, “More recipes” suggests four more.</a:t>
            </a:r>
          </a:p>
          <a:p>
            <a:endParaRPr lang="en-US" noProof="0"/>
          </a:p>
          <a:p>
            <a:r>
              <a:rPr lang="en-US" noProof="0"/>
              <a:t>[open a recipe: at the bottom “Writing the steps…”]</a:t>
            </a:r>
          </a:p>
          <a:p>
            <a:r>
              <a:rPr lang="en-US" noProof="0"/>
              <a:t>I open this one. Amounts and steps didn’t exist until I opened it: it’s writing them right now, here on the phone. [the amounts appear, then the “Instructions” steps one at a time, then the “Variants”. Don’t wait for the end: the full recipe takes just over 2 minutes]</a:t>
            </a:r>
          </a:p>
          <a:p>
            <a:endParaRPr lang="en-US" noProof="0"/>
          </a:p>
          <a:p>
            <a:endParaRPr lang="en-US" noProof="0"/>
          </a:p>
          <a:p>
            <a:r>
              <a:rPr lang="en-US" noProof="0"/>
              <a:t>And remember: airplane mode. No network calls. No per-call cost. No photo of this fridge ended up on a server.</a:t>
            </a:r>
          </a:p>
          <a:p>
            <a:endParaRPr lang="en-US" noProof="0"/>
          </a:p>
          <a:p>
            <a:endParaRPr lang="en-US" noProof="0"/>
          </a:p>
          <a:p>
            <a:r>
              <a:rPr lang="en-US" noProof="0"/>
              <a:t>This is AI Pantry. Now let us tell you how we got here, and why it took more attempts than we expected. [back to the slides]</a:t>
            </a:r>
          </a:p>
          <a:p>
            <a:endParaRPr lang="en-US" noProof="0"/>
          </a:p>
          <a:p>
            <a:endParaRPr lang="en-US" noProof="0"/>
          </a:p>
          <a:p>
            <a:r>
              <a:rPr lang="en-US" noProof="0"/>
              <a:t>[PLAN B: if the demo freezes → “The on-device demo decided to be very on-device” → start the backup video (demo.mp4) and narrate it with the same script. In the video the phone is not in airplane mode: skip the airplane mode lines. The full recipe takes the last 2 minutes of the video: you can skip ahead.]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Ok, so let’s take a step back.</a:t>
            </a:r>
          </a:p>
          <a:p>
            <a:r>
              <a:rPr lang="en-US" noProof="0"/>
              <a:t>Why on-device? Why make life harder, when a cloud API would have done the job much faster?</a:t>
            </a:r>
          </a:p>
          <a:p>
            <a:endParaRPr lang="en-US" noProof="0"/>
          </a:p>
          <a:p>
            <a:endParaRPr lang="en-US" noProof="0"/>
          </a:p>
          <a:p>
            <a:r>
              <a:rPr lang="en-US" noProof="0"/>
              <a:t>The first answer is privacy. First of all.</a:t>
            </a:r>
          </a:p>
          <a:p>
            <a:endParaRPr lang="en-US" noProof="0"/>
          </a:p>
          <a:p>
            <a:endParaRPr lang="en-US" noProof="0"/>
          </a:p>
          <a:p>
            <a:r>
              <a:rPr lang="en-US" noProof="0"/>
              <a:t>No server sees the photos.</a:t>
            </a:r>
          </a:p>
          <a:p>
            <a:r>
              <a:rPr lang="en-US" noProof="0"/>
              <a:t>Kitchen photos never leave the phone.</a:t>
            </a:r>
          </a:p>
          <a:p>
            <a:r>
              <a:rPr lang="en-US" noProof="0"/>
              <a:t>And a photo of a fridge says much more than you’d think: eating habits, allergies, maybe health conditions, and sometimes even a piece of the home in the background.</a:t>
            </a:r>
          </a:p>
          <a:p>
            <a:endParaRPr lang="en-US" noProof="0"/>
          </a:p>
          <a:p>
            <a:endParaRPr lang="en-US" noProof="0"/>
          </a:p>
          <a:p>
            <a:r>
              <a:rPr lang="en-US" noProof="0"/>
              <a:t>No Data Processing Agreement.</a:t>
            </a:r>
          </a:p>
          <a:p>
            <a:r>
              <a:rPr lang="en-US" noProof="0"/>
              <a:t>When you build an app, as soon as you send user data to a third-party vendor, the whole round of legal, DPAs, assessments starts…</a:t>
            </a:r>
          </a:p>
          <a:p>
            <a:r>
              <a:rPr lang="en-US" noProof="0"/>
              <a:t>If no user data leaves the phone, there’s no agreement to sign.</a:t>
            </a:r>
          </a:p>
          <a:p>
            <a:endParaRPr lang="en-US" noProof="0"/>
          </a:p>
          <a:p>
            <a:endParaRPr lang="en-US" noProof="0"/>
          </a:p>
          <a:p>
            <a:r>
              <a:rPr lang="en-US" noProof="0"/>
              <a:t>No data retention problem.</a:t>
            </a:r>
          </a:p>
          <a:p>
            <a:r>
              <a:rPr lang="en-US" noProof="0"/>
              <a:t>How long do I keep the photos? Where? Who can delete them?</a:t>
            </a:r>
          </a:p>
          <a:p>
            <a:r>
              <a:rPr lang="en-US" noProof="0"/>
              <a:t>If you never store them, the question doesn’t even come up.</a:t>
            </a:r>
          </a:p>
          <a:p>
            <a:endParaRPr lang="en-US" noProof="0"/>
          </a:p>
          <a:p>
            <a:endParaRPr lang="en-US" noProof="0"/>
          </a:p>
          <a:p>
            <a:r>
              <a:rPr lang="en-US" noProof="0"/>
              <a:t>And finally, no logs on the server.</a:t>
            </a:r>
          </a:p>
          <a:p>
            <a:r>
              <a:rPr lang="en-US" noProof="0"/>
              <a:t>No cloud requests means there’s nothing to leak, and nothing to breach.</a:t>
            </a:r>
          </a:p>
          <a:p>
            <a:r>
              <a:rPr lang="en-US" noProof="0"/>
              <a:t>The safest data is the data you never collected.</a:t>
            </a:r>
          </a:p>
          <a:p>
            <a:endParaRPr lang="en-US" noProof="0"/>
          </a:p>
          <a:p>
            <a:endParaRPr lang="en-US" noProof="0"/>
          </a:p>
          <a:p>
            <a:r>
              <a:rPr lang="en-US" noProof="0"/>
              <a:t>But privacy isn’t the only reason.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Then there’s resilience and cost.</a:t>
            </a:r>
          </a:p>
          <a:p>
            <a:endParaRPr lang="en-US" noProof="0"/>
          </a:p>
          <a:p>
            <a:endParaRPr lang="en-US" noProof="0"/>
          </a:p>
          <a:p>
            <a:r>
              <a:rPr lang="en-US" noProof="0"/>
              <a:t>Resilience means, first of all, that it works even without internet.</a:t>
            </a:r>
          </a:p>
          <a:p>
            <a:r>
              <a:rPr lang="en-US" noProof="0"/>
              <a:t>No network, in airplane mode, as we just saw, or with a weak signal.</a:t>
            </a:r>
          </a:p>
          <a:p>
            <a:r>
              <a:rPr lang="en-US" noProof="0"/>
              <a:t>And a fridge is in a kitchen, maybe in an old house, maybe in a cellar or a basement, or anyway somewhere internet doesn’t reach.</a:t>
            </a:r>
          </a:p>
          <a:p>
            <a:endParaRPr lang="en-US" noProof="0"/>
          </a:p>
          <a:p>
            <a:endParaRPr lang="en-US" noProof="0"/>
          </a:p>
          <a:p>
            <a:r>
              <a:rPr lang="en-US" noProof="0"/>
              <a:t>Then, no round trip to the server. No network latency, no cold start.</a:t>
            </a:r>
          </a:p>
          <a:p>
            <a:r>
              <a:rPr lang="en-US" noProof="0"/>
              <a:t>The “backend”, in quotes, is already warm: you’re holding it.</a:t>
            </a:r>
          </a:p>
          <a:p>
            <a:endParaRPr lang="en-US" noProof="0"/>
          </a:p>
          <a:p>
            <a:endParaRPr lang="en-US" noProof="0"/>
          </a:p>
          <a:p>
            <a:r>
              <a:rPr lang="en-US" noProof="0"/>
              <a:t>Then there’s cost, which for a real product is huge: cloud cost grows with usage.</a:t>
            </a:r>
          </a:p>
          <a:p>
            <a:r>
              <a:rPr lang="en-US" noProof="0"/>
              <a:t>Every multimodal call is paid per image and per token.</a:t>
            </a:r>
          </a:p>
          <a:p>
            <a:r>
              <a:rPr lang="en-US" noProof="0"/>
              <a:t>And you multiply that by every scan, every active user, every day.</a:t>
            </a:r>
          </a:p>
          <a:p>
            <a:r>
              <a:rPr lang="en-US" noProof="0"/>
              <a:t>The more successful the app, the more it costs.</a:t>
            </a:r>
          </a:p>
          <a:p>
            <a:endParaRPr lang="en-US" noProof="0"/>
          </a:p>
          <a:p>
            <a:endParaRPr lang="en-US" noProof="0"/>
          </a:p>
          <a:p>
            <a:r>
              <a:rPr lang="en-US" noProof="0"/>
              <a:t>On-device completely flips this model.</a:t>
            </a:r>
          </a:p>
          <a:p>
            <a:r>
              <a:rPr lang="en-US" noProof="0"/>
              <a:t>Inference runs on the user’s hardware, and the cloud bill stays at zero.</a:t>
            </a:r>
          </a:p>
          <a:p>
            <a:r>
              <a:rPr lang="en-US" noProof="0"/>
              <a:t>Even with a million users.</a:t>
            </a:r>
          </a:p>
          <a:p>
            <a:endParaRPr lang="en-US" noProof="0"/>
          </a:p>
          <a:p>
            <a:endParaRPr lang="en-US" noProof="0"/>
          </a:p>
          <a:p>
            <a:r>
              <a:rPr lang="en-US" noProof="0"/>
              <a:t>So: privacy, resilience and cost.</a:t>
            </a:r>
          </a:p>
          <a:p>
            <a:r>
              <a:rPr lang="en-US" noProof="0"/>
              <a:t>Now, which model do we use?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Today, the obvious choice, if you develop for Android, is Gemini Nano.</a:t>
            </a:r>
          </a:p>
          <a:p>
            <a:r>
              <a:rPr lang="en-US" noProof="0"/>
              <a:t>It’s the on-device model Google built into Android: it’s not in your app, it lives in the operating system.</a:t>
            </a:r>
          </a:p>
          <a:p>
            <a:endParaRPr lang="en-US" noProof="0"/>
          </a:p>
          <a:p>
            <a:endParaRPr lang="en-US" noProof="0"/>
          </a:p>
          <a:p>
            <a:r>
              <a:rPr lang="en-US" noProof="0"/>
              <a:t>And it’s multimodal: you can give it a photo and some text, and it answers with text.</a:t>
            </a:r>
          </a:p>
          <a:p>
            <a:r>
              <a:rPr lang="en-US" noProof="0"/>
              <a:t>Exactly what you need to scan a fridge: “here’s the photo, tell me what’s inside”.</a:t>
            </a:r>
          </a:p>
          <a:p>
            <a:endParaRPr lang="en-US" noProof="0"/>
          </a:p>
          <a:p>
            <a:endParaRPr lang="en-US" noProof="0"/>
          </a:p>
          <a:p>
            <a:r>
              <a:rPr lang="en-US" noProof="0"/>
              <a:t>Then the best part is that it’s a Gradle dependency.</a:t>
            </a:r>
          </a:p>
          <a:p>
            <a:r>
              <a:rPr lang="en-US" noProof="0"/>
              <a:t>So zero megabytes in the app.</a:t>
            </a:r>
          </a:p>
          <a:p>
            <a:r>
              <a:rPr lang="en-US" noProof="0"/>
              <a:t>There’s no model to bundle, download or update: the platform takes care of all of it.</a:t>
            </a:r>
          </a:p>
          <a:p>
            <a:endParaRPr lang="en-US" noProof="0"/>
          </a:p>
          <a:p>
            <a:endParaRPr lang="en-US" noProof="0"/>
          </a:p>
          <a:p>
            <a:r>
              <a:rPr lang="en-US" noProof="0"/>
              <a:t>Plus, hardware acceleration included: it uses the phone’s hardware accelerators, without writing a single line of chip-specific code.</a:t>
            </a:r>
          </a:p>
          <a:p>
            <a:r>
              <a:rPr lang="en-US" noProof="0"/>
              <a:t>And updates are handled directly by Google: when a better version of the model comes out, it reaches users without a new app release.</a:t>
            </a:r>
          </a:p>
          <a:p>
            <a:endParaRPr lang="en-US" noProof="0"/>
          </a:p>
          <a:p>
            <a:endParaRPr lang="en-US" noProof="0"/>
          </a:p>
          <a:p>
            <a:r>
              <a:rPr lang="en-US" noProof="0"/>
              <a:t>For an Android developer, it’s almost too good to be true.</a:t>
            </a:r>
          </a:p>
          <a:p>
            <a:endParaRPr lang="en-US" noProof="0"/>
          </a:p>
          <a:p>
            <a:endParaRPr lang="en-US" noProof="0"/>
          </a:p>
          <a:p>
            <a:r>
              <a:rPr lang="en-US" noProof="0"/>
              <a:t>On paper it was perfect.  [pause]</a:t>
            </a:r>
          </a:p>
          <a:p>
            <a:endParaRPr lang="en-US" noProof="0"/>
          </a:p>
          <a:p>
            <a:r>
              <a:rPr lang="en-US" noProof="0"/>
              <a:t>Except…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…it only runs on the latest flagships.</a:t>
            </a:r>
          </a:p>
          <a:p>
            <a:endParaRPr lang="en-US" noProof="0"/>
          </a:p>
          <a:p>
            <a:endParaRPr lang="en-US" noProof="0"/>
          </a:p>
          <a:p>
            <a:r>
              <a:rPr lang="en-US" noProof="0"/>
              <a:t>Pixel 10, Pixel 11, Galaxy S26…</a:t>
            </a:r>
          </a:p>
          <a:p>
            <a:r>
              <a:rPr lang="en-US" noProof="0"/>
              <a:t>Beautiful phones.</a:t>
            </a:r>
          </a:p>
          <a:p>
            <a:r>
              <a:rPr lang="en-US" noProof="0"/>
              <a:t>But they’re not the phones most people actually have in their pockets.</a:t>
            </a:r>
          </a:p>
          <a:p>
            <a:endParaRPr lang="en-US" noProof="0"/>
          </a:p>
          <a:p>
            <a:endParaRPr lang="en-US" noProof="0"/>
          </a:p>
          <a:p>
            <a:r>
              <a:rPr lang="en-US" noProof="0"/>
              <a:t>And for anyone shipping an app, that’s a serious problem.</a:t>
            </a:r>
          </a:p>
          <a:p>
            <a:r>
              <a:rPr lang="en-US" noProof="0"/>
              <a:t>If you build your app’s main feature on a model that exists only on a small slice of devices, for everyone else the app simply doesn’t work.</a:t>
            </a:r>
          </a:p>
          <a:p>
            <a:endParaRPr lang="en-US" noProof="0"/>
          </a:p>
          <a:p>
            <a:endParaRPr lang="en-US" noProof="0"/>
          </a:p>
          <a:p>
            <a:r>
              <a:rPr lang="en-US" noProof="0"/>
              <a:t>And there’s nothing you can do in code: it’s not a matter of permissions or Android version, it depends on the hardware and on what Google decided to support.</a:t>
            </a:r>
          </a:p>
          <a:p>
            <a:endParaRPr lang="en-US" noProof="0"/>
          </a:p>
          <a:p>
            <a:endParaRPr lang="en-US" noProof="0"/>
          </a:p>
          <a:p>
            <a:r>
              <a:rPr lang="en-US" noProof="0"/>
              <a:t>So we understood right away: Gemini Nano could be a bonus, but it couldn’t be the foundation of our app.</a:t>
            </a:r>
          </a:p>
          <a:p>
            <a:r>
              <a:rPr lang="en-US" noProof="0"/>
              <a:t>We needed a plan B that would run on every phone, or almost.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Plan B was simple, at least in our heads: a single multimodal LLM that does everything.</a:t>
            </a:r>
          </a:p>
          <a:p>
            <a:endParaRPr lang="en-US" noProof="0"/>
          </a:p>
          <a:p>
            <a:endParaRPr lang="en-US" noProof="0"/>
          </a:p>
          <a:p>
            <a:r>
              <a:rPr lang="en-US" noProof="0"/>
              <a:t>We chose Gemma. Version 4 E2B. So Gemma, fourth generation, 2 billion effective parameters.</a:t>
            </a:r>
          </a:p>
          <a:p>
            <a:r>
              <a:rPr lang="en-US" noProof="0"/>
              <a:t>Open weights, multimodal, meaning vision plus text, and it runs on any phone, because you ship the model yourself.</a:t>
            </a:r>
          </a:p>
          <a:p>
            <a:endParaRPr lang="en-US" noProof="0"/>
          </a:p>
          <a:p>
            <a:endParaRPr lang="en-US" noProof="0"/>
          </a:p>
          <a:p>
            <a:r>
              <a:rPr lang="en-US" noProof="0"/>
              <a:t>The idea looked elegant: one model, two jobs.</a:t>
            </a:r>
          </a:p>
          <a:p>
            <a:r>
              <a:rPr lang="en-US" noProof="0"/>
              <a:t>First you ask it “what’s in this photo?”, and then you ask it “what can I cook with it?”.</a:t>
            </a:r>
          </a:p>
          <a:p>
            <a:endParaRPr lang="en-US" noProof="0"/>
          </a:p>
          <a:p>
            <a:endParaRPr lang="en-US" noProof="0"/>
          </a:p>
          <a:p>
            <a:r>
              <a:rPr lang="en-US" noProof="0"/>
              <a:t>So we integrated it, and it worked.</a:t>
            </a:r>
          </a:p>
          <a:p>
            <a:r>
              <a:rPr lang="en-US" noProof="0"/>
              <a:t>Correct ingredients, valid JSON, real recipes.</a:t>
            </a:r>
          </a:p>
          <a:p>
            <a:endParaRPr lang="en-US" noProof="0"/>
          </a:p>
          <a:p>
            <a:endParaRPr lang="en-US" noProof="0"/>
          </a:p>
          <a:p>
            <a:r>
              <a:rPr lang="en-US" noProof="0"/>
              <a:t>The model recognized the eggs, told yogurt apart from milk, respected the format we asked for.</a:t>
            </a:r>
          </a:p>
          <a:p>
            <a:r>
              <a:rPr lang="en-US" noProof="0"/>
              <a:t>Quality-wise, it looked perfect.</a:t>
            </a:r>
          </a:p>
          <a:p>
            <a:endParaRPr lang="en-US" noProof="0"/>
          </a:p>
          <a:p>
            <a:endParaRPr lang="en-US" noProof="0"/>
          </a:p>
          <a:p>
            <a:r>
              <a:rPr lang="en-US" noProof="0"/>
              <a:t>[pause]</a:t>
            </a:r>
          </a:p>
          <a:p>
            <a:endParaRPr lang="en-US" noProof="0"/>
          </a:p>
          <a:p>
            <a:endParaRPr lang="en-US" noProof="0"/>
          </a:p>
          <a:p>
            <a:r>
              <a:rPr lang="en-US" noProof="0"/>
              <a:t>But it took 5-10 minutes for a single scan.</a:t>
            </a:r>
          </a:p>
          <a:p>
            <a:r>
              <a:rPr lang="en-US" noProof="0"/>
              <a:t>On a Pixel 7, a mid-range phone.</a:t>
            </a:r>
          </a:p>
          <a:p>
            <a:endParaRPr lang="en-US" noProof="0"/>
          </a:p>
          <a:p>
            <a:endParaRPr lang="en-US" noProof="0"/>
          </a:p>
          <a:p>
            <a:r>
              <a:rPr lang="en-US" noProof="0"/>
              <a:t>And obviously nobody points their phone at the fridge and waits ten minutes for a dinner idea.</a:t>
            </a:r>
          </a:p>
          <a:p>
            <a:r>
              <a:rPr lang="en-US" noProof="0"/>
              <a:t>In ten minutes you can order a pizza and have it delivered. [pause]</a:t>
            </a:r>
          </a:p>
          <a:p>
            <a:endParaRPr lang="en-US" noProof="0"/>
          </a:p>
          <a:p>
            <a:endParaRPr lang="en-US" noProof="0"/>
          </a:p>
          <a:p>
            <a:r>
              <a:rPr lang="en-US" noProof="0"/>
              <a:t>So we had two roads (Gemini Nano and Gemma) and neither one worked: one fast but only for a few, and one for everyone but unusable.</a:t>
            </a:r>
          </a:p>
          <a:p>
            <a:r>
              <a:rPr lang="en-US" noProof="0"/>
              <a:t>How did we get out of it? We’ll tell you in five chapters.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Chapter 1: Gemini Nano, through Machine Learning Kit GenAI.</a:t>
            </a:r>
          </a:p>
          <a:p>
            <a:r>
              <a:rPr lang="en-US" noProof="0"/>
              <a:t>How to use it as a free upgrade, but never as the foundation of our app.</a:t>
            </a:r>
          </a:p>
          <a:p>
            <a:endParaRPr lang="en-US" noProof="0"/>
          </a:p>
          <a:p>
            <a:endParaRPr lang="en-US" noProof="0"/>
          </a:p>
          <a:p>
            <a:r>
              <a:rPr lang="en-US" noProof="0"/>
              <a:t>Chapter 2: one model to rule them all (Gemma), and why it was so slow.</a:t>
            </a:r>
          </a:p>
          <a:p>
            <a:endParaRPr lang="en-US" noProof="0"/>
          </a:p>
          <a:p>
            <a:endParaRPr lang="en-US" noProof="0"/>
          </a:p>
          <a:p>
            <a:r>
              <a:rPr lang="en-US" noProof="0"/>
              <a:t>Chapter 3: zero-shot detection with MobileCLIP-S2.</a:t>
            </a:r>
          </a:p>
          <a:p>
            <a:r>
              <a:rPr lang="en-US" noProof="0"/>
              <a:t>The chapter where we went from minutes to seconds.</a:t>
            </a:r>
          </a:p>
          <a:p>
            <a:endParaRPr lang="en-US" noProof="0"/>
          </a:p>
          <a:p>
            <a:endParaRPr lang="en-US" noProof="0"/>
          </a:p>
          <a:p>
            <a:r>
              <a:rPr lang="en-US" noProof="0"/>
              <a:t>Chapter 4: where the LLM really earns its place, that is, recipe generation.</a:t>
            </a:r>
          </a:p>
          <a:p>
            <a:endParaRPr lang="en-US" noProof="0"/>
          </a:p>
          <a:p>
            <a:endParaRPr lang="en-US" noProof="0"/>
          </a:p>
          <a:p>
            <a:r>
              <a:rPr lang="en-US" noProof="0"/>
              <a:t>And finally, chapter 5: distribution.</a:t>
            </a:r>
          </a:p>
          <a:p>
            <a:r>
              <a:rPr lang="en-US" noProof="0"/>
              <a:t>Because every model reaches the phone in a different way, and that matters much more than you’d think.</a:t>
            </a:r>
          </a:p>
          <a:p>
            <a:endParaRPr lang="en-US" noProof="0"/>
          </a:p>
          <a:p>
            <a:endParaRPr lang="en-US" noProof="0"/>
          </a:p>
          <a:p>
            <a:endParaRPr lang="en-US" noProof="0"/>
          </a:p>
          <a:p>
            <a:r>
              <a:rPr lang="en-US" noProof="0"/>
              <a:t>Spoiler alert, so there’s no suspense: in the end we used all 3 models.</a:t>
            </a:r>
          </a:p>
          <a:p>
            <a:r>
              <a:rPr lang="en-US" noProof="0"/>
              <a:t>But each one for a different job, and the main point is understanding why.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Chapter one. Starring: Gemini Nano.</a:t>
            </a:r>
          </a:p>
          <a:p>
            <a:endParaRPr lang="en-US" noProof="0"/>
          </a:p>
          <a:p>
            <a:endParaRPr lang="en-US" noProof="0"/>
          </a:p>
          <a:p>
            <a:r>
              <a:rPr lang="en-US" noProof="0"/>
              <a:t>Gemini Nano is the smallest member of Google’s Gemini family.</a:t>
            </a:r>
          </a:p>
          <a:p>
            <a:r>
              <a:rPr lang="en-US" noProof="0"/>
              <a:t>It’s a model distilled to run on a phone: same DNA as its siblings running in the cloud, but shrunk until it fits a smartphone’s memory budget and thermal budget.</a:t>
            </a:r>
          </a:p>
          <a:p>
            <a:r>
              <a:rPr lang="en-US" noProof="0"/>
              <a:t>Because on a phone it’s not only about how fast it is, but also about how hot it gets.</a:t>
            </a:r>
          </a:p>
          <a:p>
            <a:endParaRPr lang="en-US" noProof="0"/>
          </a:p>
          <a:p>
            <a:endParaRPr lang="en-US" noProof="0"/>
          </a:p>
          <a:p>
            <a:r>
              <a:rPr lang="en-US" noProof="0"/>
              <a:t>It’s multimodal: photo plus text in, text out.</a:t>
            </a:r>
          </a:p>
          <a:p>
            <a:r>
              <a:rPr lang="en-US" noProof="0"/>
              <a:t>And that was exactly the problem we wanted to solve with our app: “Look at this fridge, tell me what’s inside”.</a:t>
            </a:r>
          </a:p>
          <a:p>
            <a:endParaRPr lang="en-US" noProof="0"/>
          </a:p>
          <a:p>
            <a:endParaRPr lang="en-US" noProof="0"/>
          </a:p>
          <a:p>
            <a:r>
              <a:rPr lang="en-US" noProof="0"/>
              <a:t>Then there’s an important architectural detail: there’s a single shared model per device. Not one per app.</a:t>
            </a:r>
          </a:p>
          <a:p>
            <a:r>
              <a:rPr lang="en-US" noProof="0"/>
              <a:t>It’s updated through Google Play services, and depending on the device it can be nano v3 or v4.</a:t>
            </a:r>
          </a:p>
          <a:p>
            <a:r>
              <a:rPr lang="en-US" noProof="0"/>
              <a:t>So the model improves over time without shipping new app updates.</a:t>
            </a:r>
          </a:p>
          <a:p>
            <a:endParaRPr lang="en-US" noProof="0"/>
          </a:p>
          <a:p>
            <a:endParaRPr lang="en-US" noProof="0"/>
          </a:p>
          <a:p>
            <a:r>
              <a:rPr lang="en-US" noProof="0"/>
              <a:t>You can use it through Machine Learning Kit GenAI, which exposes both ready-made APIs, like summarization or text rewriting, and a Prompt API where we can write the prompt ourselves.</a:t>
            </a:r>
          </a:p>
          <a:p>
            <a:r>
              <a:rPr lang="en-US" noProof="0"/>
              <a:t>And of course we used the Prompt API.</a:t>
            </a:r>
          </a:p>
          <a:p>
            <a:endParaRPr lang="en-US" noProof="0"/>
          </a:p>
          <a:p>
            <a:endParaRPr lang="en-US" noProof="0"/>
          </a:p>
          <a:p>
            <a:r>
              <a:rPr lang="en-US" noProof="0"/>
              <a:t>And the cost to your app? Zero megabytes.</a:t>
            </a:r>
          </a:p>
          <a:p>
            <a:endParaRPr lang="en-US" noProof="0"/>
          </a:p>
          <a:p>
            <a:r>
              <a:rPr lang="en-US" noProof="0"/>
              <a:t>But how can it cost zero? Where is the model?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The model lives in AICore, not in the app.</a:t>
            </a:r>
          </a:p>
          <a:p>
            <a:endParaRPr lang="en-US" noProof="0"/>
          </a:p>
          <a:p>
            <a:r>
              <a:rPr lang="en-US" noProof="0"/>
              <a:t>AICore is an Android system service.</a:t>
            </a:r>
          </a:p>
          <a:p>
            <a:r>
              <a:rPr lang="en-US" noProof="0"/>
              <a:t>It manages the model weights, storage, updates and hardware acceleration.</a:t>
            </a:r>
          </a:p>
          <a:p>
            <a:r>
              <a:rPr lang="en-US" noProof="0"/>
              <a:t>The app never touches a single model file.</a:t>
            </a:r>
          </a:p>
          <a:p>
            <a:r>
              <a:rPr lang="en-US" noProof="0"/>
              <a:t>You just send a request, and AICore returns an answer.</a:t>
            </a:r>
          </a:p>
          <a:p>
            <a:endParaRPr lang="en-US" noProof="0"/>
          </a:p>
          <a:p>
            <a:endParaRPr lang="en-US" noProof="0"/>
          </a:p>
          <a:p>
            <a:r>
              <a:rPr lang="en-US" noProof="0"/>
              <a:t>And requests can be multimodal: photo plus text in, text out.</a:t>
            </a:r>
          </a:p>
          <a:p>
            <a:r>
              <a:rPr lang="en-US" noProof="0"/>
              <a:t>All of this runs on weights you never need to ship, download or update.</a:t>
            </a:r>
          </a:p>
          <a:p>
            <a:endParaRPr lang="en-US" noProof="0"/>
          </a:p>
          <a:p>
            <a:endParaRPr lang="en-US" noProof="0"/>
          </a:p>
          <a:p>
            <a:r>
              <a:rPr lang="en-US" noProof="0"/>
              <a:t>And there’s an advantage not to underestimate: if 10 apps on the same phone use Gemini Nano, there’s only one model on disk.</a:t>
            </a:r>
          </a:p>
          <a:p>
            <a:r>
              <a:rPr lang="en-US" noProof="0"/>
              <a:t>Not ten copies of a few gigabytes each.</a:t>
            </a:r>
          </a:p>
          <a:p>
            <a:r>
              <a:rPr lang="en-US" noProof="0"/>
              <a:t>For the user it saves a huge amount of space, and for app developers it’s one less problem.</a:t>
            </a:r>
          </a:p>
          <a:p>
            <a:endParaRPr lang="en-US" noProof="0"/>
          </a:p>
          <a:p>
            <a:endParaRPr lang="en-US" noProof="0"/>
          </a:p>
          <a:p>
            <a:r>
              <a:rPr lang="en-US" noProof="0"/>
              <a:t>For us developers it’s a very convenient mental model: it’s like using the camera or GPS.</a:t>
            </a:r>
          </a:p>
          <a:p>
            <a:r>
              <a:rPr lang="en-US" noProof="0"/>
              <a:t>It’s a system capability, not something to package into the app.</a:t>
            </a:r>
          </a:p>
          <a:p>
            <a:endParaRPr lang="en-US" noProof="0"/>
          </a:p>
          <a:p>
            <a:endParaRPr lang="en-US" noProof="0"/>
          </a:p>
          <a:p>
            <a:r>
              <a:rPr lang="en-US" noProof="0"/>
              <a:t>But precisely because it’s a system capability, it may or may not be there.</a:t>
            </a:r>
          </a:p>
          <a:p>
            <a:r>
              <a:rPr lang="en-US" noProof="0"/>
              <a:t>And so the integration comes down to one dependency and one rule.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The dependency is the Machine Learning Kit GenAI Prompt API.</a:t>
            </a:r>
          </a:p>
          <a:p>
            <a:r>
              <a:rPr lang="en-US" noProof="0"/>
              <a:t>Then you get the client with getClient().</a:t>
            </a:r>
          </a:p>
          <a:p>
            <a:endParaRPr lang="en-US" noProof="0"/>
          </a:p>
          <a:p>
            <a:endParaRPr lang="en-US" noProof="0"/>
          </a:p>
          <a:p>
            <a:r>
              <a:rPr lang="en-US" noProof="0"/>
              <a:t>And now the rule: before calling the model, you always have to call checkStatus().</a:t>
            </a:r>
          </a:p>
          <a:p>
            <a:r>
              <a:rPr lang="en-US" noProof="0"/>
              <a:t>Availability is a runtime question, not a compile-time one.</a:t>
            </a:r>
          </a:p>
          <a:p>
            <a:r>
              <a:rPr lang="en-US" noProof="0"/>
              <a:t>You can’t know it just by building the app.</a:t>
            </a:r>
          </a:p>
          <a:p>
            <a:endParaRPr lang="en-US" noProof="0"/>
          </a:p>
          <a:p>
            <a:endParaRPr lang="en-US" noProof="0"/>
          </a:p>
          <a:p>
            <a:r>
              <a:rPr lang="en-US" noProof="0"/>
              <a:t>There are three states we care about.</a:t>
            </a:r>
          </a:p>
          <a:p>
            <a:r>
              <a:rPr lang="en-US" noProof="0"/>
              <a:t>AVAILABLE: the model is there, it’s ready, we can use Nano.</a:t>
            </a:r>
          </a:p>
          <a:p>
            <a:r>
              <a:rPr lang="en-US" noProof="0"/>
              <a:t>DOWNLOADABLE: the device supports it, but the model hasn’t been downloaded yet. In that case we opportunistically start the download in the background, but meanwhile, for this request, we use the fallback. We don’t make the user wait.</a:t>
            </a:r>
          </a:p>
          <a:p>
            <a:r>
              <a:rPr lang="en-US" noProof="0"/>
              <a:t>And in every other case, meaning an unsupported device, straight to the fallback.</a:t>
            </a:r>
          </a:p>
          <a:p>
            <a:endParaRPr lang="en-US" noProof="0"/>
          </a:p>
          <a:p>
            <a:endParaRPr lang="en-US" noProof="0"/>
          </a:p>
          <a:p>
            <a:r>
              <a:rPr lang="en-US" noProof="0"/>
              <a:t>Then the actual call is trivial: generateContent with an ImagePart, the bitmap of the photo, and a TextPart with the prompt.</a:t>
            </a:r>
          </a:p>
          <a:p>
            <a:r>
              <a:rPr lang="en-US" noProof="0"/>
              <a:t>Low temperature here, 0.2, because we don’t want creativity: we want a reliable list of ingredients.</a:t>
            </a:r>
          </a:p>
          <a:p>
            <a:endParaRPr lang="en-US" noProof="0"/>
          </a:p>
          <a:p>
            <a:endParaRPr lang="en-US" noProof="0"/>
          </a:p>
          <a:p>
            <a:r>
              <a:rPr lang="en-US" noProof="0"/>
              <a:t>And the fallback isn’t an error message: it’s another detection engine.</a:t>
            </a:r>
          </a:p>
          <a:p>
            <a:endParaRPr lang="en-US" noProof="0"/>
          </a:p>
          <a:p>
            <a:endParaRPr lang="en-US" noProof="0"/>
          </a:p>
          <a:p>
            <a:r>
              <a:rPr lang="en-US" noProof="0"/>
              <a:t>The most important thing is that the same phone can answer differently over time.</a:t>
            </a:r>
          </a:p>
          <a:p>
            <a:r>
              <a:rPr lang="en-US" noProof="0"/>
              <a:t>Today the model isn’t downloaded yet, tomorrow it is, the day after the system may remove it to free up space.</a:t>
            </a:r>
          </a:p>
          <a:p>
            <a:r>
              <a:rPr lang="en-US" noProof="0"/>
              <a:t>So that check isn’t done once at startup: it’s done every time.</a:t>
            </a:r>
          </a:p>
          <a:p>
            <a:endParaRPr lang="en-US" noProof="0"/>
          </a:p>
          <a:p>
            <a:endParaRPr lang="en-US" noProof="0"/>
          </a:p>
          <a:p>
            <a:r>
              <a:rPr lang="en-US" noProof="0"/>
              <a:t>Good. Nano solves the problem on flagships.</a:t>
            </a:r>
          </a:p>
          <a:p>
            <a:r>
              <a:rPr lang="en-US" noProof="0"/>
              <a:t>But not for everyone else. So let’s go back to our plan B.</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noProof="0" dirty="0"/>
              <a:t>STEFANO:</a:t>
            </a:r>
          </a:p>
          <a:p>
            <a:r>
              <a:rPr lang="en-US" noProof="0" dirty="0"/>
              <a:t>Chapter two. Starring: Gemma 4 E2B.</a:t>
            </a:r>
          </a:p>
          <a:p>
            <a:endParaRPr lang="en-US" noProof="0" dirty="0"/>
          </a:p>
          <a:p>
            <a:endParaRPr lang="en-US" noProof="0" dirty="0"/>
          </a:p>
          <a:p>
            <a:r>
              <a:rPr lang="en-US" noProof="0" dirty="0"/>
              <a:t>Gemma is Google’s open-weights family.</a:t>
            </a:r>
          </a:p>
          <a:p>
            <a:r>
              <a:rPr lang="en-US" noProof="0" dirty="0"/>
              <a:t>You can think of it as Gemini’s downloadable sibling.</a:t>
            </a:r>
          </a:p>
          <a:p>
            <a:r>
              <a:rPr lang="en-US" noProof="0" dirty="0"/>
              <a:t>The weights are yours: you bundle them and ship them with your app.</a:t>
            </a:r>
          </a:p>
          <a:p>
            <a:r>
              <a:rPr lang="en-US" noProof="0" dirty="0"/>
              <a:t>No per-call billing, no server.</a:t>
            </a:r>
          </a:p>
          <a:p>
            <a:endParaRPr lang="en-US" noProof="0" dirty="0"/>
          </a:p>
          <a:p>
            <a:endParaRPr lang="en-US" noProof="0" dirty="0"/>
          </a:p>
          <a:p>
            <a:r>
              <a:rPr lang="en-US" noProof="0" dirty="0"/>
              <a:t>What does “4 E2B” mean? Fourth generation, and 2 billion effective parameters.</a:t>
            </a:r>
          </a:p>
          <a:p>
            <a:r>
              <a:rPr lang="en-US" noProof="0" dirty="0"/>
              <a:t>That “E” stands for effective: it’s designed specifically for phones, with memory tricks that give it the quality of a bigger model, but with a phone-sized RAM footprint.</a:t>
            </a:r>
          </a:p>
          <a:p>
            <a:r>
              <a:rPr lang="en-US" noProof="0" dirty="0"/>
              <a:t>And it’s instruction-tuned, so it follows instructions well.</a:t>
            </a:r>
          </a:p>
          <a:p>
            <a:endParaRPr lang="en-US" noProof="0" dirty="0"/>
          </a:p>
          <a:p>
            <a:endParaRPr lang="en-US" noProof="0" dirty="0"/>
          </a:p>
          <a:p>
            <a:r>
              <a:rPr lang="en-US" noProof="0" dirty="0"/>
              <a:t>It’s multimodal: there’s a vision encoder feeding the language model.</a:t>
            </a:r>
          </a:p>
          <a:p>
            <a:r>
              <a:rPr lang="en-US" noProof="0" dirty="0"/>
              <a:t>So it can look and it can write.</a:t>
            </a:r>
          </a:p>
          <a:p>
            <a:r>
              <a:rPr lang="en-US" noProof="0" dirty="0"/>
              <a:t>Exactly what a fridge scanner needs, and on top of that it can also generate the recipes.</a:t>
            </a:r>
          </a:p>
          <a:p>
            <a:endParaRPr lang="en-US" noProof="0" dirty="0"/>
          </a:p>
          <a:p>
            <a:endParaRPr lang="en-US" noProof="0" dirty="0"/>
          </a:p>
          <a:p>
            <a:r>
              <a:rPr lang="en-US" noProof="0" dirty="0"/>
              <a:t>And it runs through </a:t>
            </a:r>
            <a:r>
              <a:rPr lang="en-US" noProof="0" dirty="0" err="1"/>
              <a:t>LiteRT</a:t>
            </a:r>
            <a:r>
              <a:rPr lang="en-US" noProof="0" dirty="0"/>
              <a:t>-LM on any Android.</a:t>
            </a:r>
          </a:p>
          <a:p>
            <a:r>
              <a:rPr lang="en-US" noProof="0" dirty="0"/>
              <a:t>It doesn’t depend on which chip the user has.</a:t>
            </a:r>
          </a:p>
          <a:p>
            <a:endParaRPr lang="en-US" noProof="0" dirty="0"/>
          </a:p>
          <a:p>
            <a:endParaRPr lang="en-US" noProof="0" dirty="0"/>
          </a:p>
          <a:p>
            <a:r>
              <a:rPr lang="en-US" noProof="0" dirty="0"/>
              <a:t>One model, one integration, two jobs: detection and recipes.</a:t>
            </a:r>
          </a:p>
          <a:p>
            <a:r>
              <a:rPr lang="en-US" noProof="0" dirty="0"/>
              <a:t>For those who don’t know it, </a:t>
            </a:r>
            <a:r>
              <a:rPr lang="en-US" noProof="0" dirty="0" err="1"/>
              <a:t>LiteRT</a:t>
            </a:r>
            <a:r>
              <a:rPr lang="en-US" noProof="0" dirty="0"/>
              <a:t> is the new name of TensorFlow Lite, and </a:t>
            </a:r>
            <a:r>
              <a:rPr lang="en-US" noProof="0" dirty="0" err="1"/>
              <a:t>LiteRT</a:t>
            </a:r>
            <a:r>
              <a:rPr lang="en-US" noProof="0" dirty="0"/>
              <a:t>-LM is its extension built specifically to run language models on device: it handles tokenization, caching, conversation sessions, and picks CPU or GPU.</a:t>
            </a:r>
          </a:p>
          <a:p>
            <a:endParaRPr lang="en-US" noProof="0" dirty="0"/>
          </a:p>
          <a:p>
            <a:endParaRPr lang="en-US" noProof="0" dirty="0"/>
          </a:p>
          <a:p>
            <a:r>
              <a:rPr lang="en-US" noProof="0" dirty="0"/>
              <a:t>It looked like the perfect architecture.</a:t>
            </a:r>
          </a:p>
          <a:p>
            <a:r>
              <a:rPr lang="en-US" noProof="0" dirty="0"/>
              <a:t>Let’s see how we used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The approach was: ask the LLM to look, and then to write.</a:t>
            </a:r>
          </a:p>
          <a:p>
            <a:endParaRPr lang="en-US" noProof="0"/>
          </a:p>
          <a:p>
            <a:endParaRPr lang="en-US" noProof="0"/>
          </a:p>
          <a:p>
            <a:r>
              <a:rPr lang="en-US" noProof="0"/>
              <a:t>This is, more or less, the prompt we used.</a:t>
            </a:r>
          </a:p>
          <a:p>
            <a:r>
              <a:rPr lang="en-US" noProof="0"/>
              <a:t>“This is a photo of the inside of a fridge. Identify the food ingredients you can see, at most 15.</a:t>
            </a:r>
          </a:p>
          <a:p>
            <a:r>
              <a:rPr lang="en-US" noProof="0"/>
              <a:t>Respond with only a JSON array, no markdown, no extra text.”</a:t>
            </a:r>
          </a:p>
          <a:p>
            <a:endParaRPr lang="en-US" noProof="0"/>
          </a:p>
          <a:p>
            <a:r>
              <a:rPr lang="en-US" noProof="0"/>
              <a:t>And we give it the schema: name and approximate quantity. And finally: “only include the items you actually see”, to limit hallucinations.</a:t>
            </a:r>
          </a:p>
          <a:p>
            <a:endParaRPr lang="en-US" noProof="0"/>
          </a:p>
          <a:p>
            <a:endParaRPr lang="en-US" noProof="0"/>
          </a:p>
          <a:p>
            <a:r>
              <a:rPr lang="en-US" noProof="0"/>
              <a:t>Then we send the photo and the prompt into the conversation, take the text, parse the JSON, and if it’s malformed we silently retry. We’ll come back to this.</a:t>
            </a:r>
          </a:p>
          <a:p>
            <a:endParaRPr lang="en-US" noProof="0"/>
          </a:p>
          <a:p>
            <a:endParaRPr lang="en-US" noProof="0"/>
          </a:p>
          <a:p>
            <a:r>
              <a:rPr lang="en-US" noProof="0"/>
              <a:t>Note the fifteen-item limit too: it’s not random.</a:t>
            </a:r>
          </a:p>
          <a:p>
            <a:r>
              <a:rPr lang="en-US" noProof="0"/>
              <a:t>Every extra ingredient in the answer means more tokens to generate, and, as we’ll see in a moment, output tokens are expensive.</a:t>
            </a:r>
          </a:p>
          <a:p>
            <a:endParaRPr lang="en-US" noProof="0"/>
          </a:p>
          <a:p>
            <a:endParaRPr lang="en-US" noProof="0"/>
          </a:p>
          <a:p>
            <a:r>
              <a:rPr lang="en-US" noProof="0"/>
              <a:t>And the fascinating part is the note at the bottom: detection becomes a prompting problem.</a:t>
            </a:r>
          </a:p>
          <a:p>
            <a:r>
              <a:rPr lang="en-US" noProof="0"/>
              <a:t>No dataset to collect, no training, no labeling. Just ask.</a:t>
            </a:r>
          </a:p>
          <a:p>
            <a:endParaRPr lang="en-US" noProof="0"/>
          </a:p>
          <a:p>
            <a:r>
              <a:rPr lang="en-US" noProof="0"/>
              <a:t>[pause]</a:t>
            </a:r>
          </a:p>
          <a:p>
            <a:endParaRPr lang="en-US" noProof="0"/>
          </a:p>
          <a:p>
            <a:endParaRPr lang="en-US" noProof="0"/>
          </a:p>
          <a:p>
            <a:r>
              <a:rPr lang="en-US" noProof="0"/>
              <a:t>What could possibly go wrong?</a:t>
            </a:r>
          </a:p>
          <a:p>
            <a:endParaRPr lang="en-US" noProof="0"/>
          </a:p>
          <a:p>
            <a:endParaRPr lang="en-US" noProof="0"/>
          </a:p>
          <a:p>
            <a:r>
              <a:rPr lang="en-US" noProof="0"/>
              <a:t>[pause]</a:t>
            </a:r>
          </a:p>
          <a:p>
            <a:endParaRPr lang="en-US" noProof="0"/>
          </a:p>
          <a:p>
            <a:endParaRPr lang="en-US" noProof="0"/>
          </a:p>
          <a:p>
            <a:r>
              <a:rPr lang="en-US" noProof="0"/>
              <a:t>Well, you already know: 5-10 minutes per scan. The interesting question is: why?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Why was it so slow?</a:t>
            </a:r>
          </a:p>
          <a:p>
            <a:r>
              <a:rPr lang="en-US" noProof="0"/>
              <a:t>Here’s the most important concept of this chapter: the two-phase cost of multimodal LLMs.</a:t>
            </a:r>
          </a:p>
          <a:p>
            <a:endParaRPr lang="en-US" noProof="0"/>
          </a:p>
          <a:p>
            <a:endParaRPr lang="en-US" noProof="0"/>
          </a:p>
          <a:p>
            <a:r>
              <a:rPr lang="en-US" noProof="0"/>
              <a:t>Phase one: prefill.</a:t>
            </a:r>
          </a:p>
          <a:p>
            <a:r>
              <a:rPr lang="en-US" noProof="0"/>
              <a:t>Before writing even a single word, the model has to read the whole input.</a:t>
            </a:r>
          </a:p>
          <a:p>
            <a:r>
              <a:rPr lang="en-US" noProof="0"/>
              <a:t>And our photo isn’t “an image”: for the model it becomes a few hundred image tokens.</a:t>
            </a:r>
          </a:p>
          <a:p>
            <a:r>
              <a:rPr lang="en-US" noProof="0"/>
              <a:t>Tokens that all have to be processed before any output appears.</a:t>
            </a:r>
          </a:p>
          <a:p>
            <a:r>
              <a:rPr lang="en-US" noProof="0"/>
              <a:t>On a mid-range phone, that alone is already heavy.</a:t>
            </a:r>
          </a:p>
          <a:p>
            <a:endParaRPr lang="en-US" noProof="0"/>
          </a:p>
          <a:p>
            <a:endParaRPr lang="en-US" noProof="0"/>
          </a:p>
          <a:p>
            <a:r>
              <a:rPr lang="en-US" noProof="0"/>
              <a:t>Phase two: decode. The answer is generated one token at a time.</a:t>
            </a:r>
          </a:p>
          <a:p>
            <a:r>
              <a:rPr lang="en-US" noProof="0"/>
              <a:t>And every single token goes through a two-billion-parameter model.</a:t>
            </a:r>
          </a:p>
          <a:p>
            <a:r>
              <a:rPr lang="en-US" noProof="0"/>
              <a:t>A JSON with fifteen ingredients and quantities is a lot of tokens, and each one costs a full pass through the model.</a:t>
            </a:r>
          </a:p>
          <a:p>
            <a:endParaRPr lang="en-US" noProof="0"/>
          </a:p>
          <a:p>
            <a:endParaRPr lang="en-US" noProof="0"/>
          </a:p>
          <a:p>
            <a:r>
              <a:rPr lang="en-US" noProof="0"/>
              <a:t>To give you an idea: in the cloud, on data center GPUs, both phases are so fast you don’t even think about them.</a:t>
            </a:r>
          </a:p>
          <a:p>
            <a:r>
              <a:rPr lang="en-US" noProof="0"/>
              <a:t>On the phone, with shared memory, thermal limits and a battery you don’t want to drain, you feel every token.</a:t>
            </a:r>
          </a:p>
          <a:p>
            <a:endParaRPr lang="en-US" noProof="0"/>
          </a:p>
          <a:p>
            <a:endParaRPr lang="en-US" noProof="0"/>
          </a:p>
          <a:p>
            <a:r>
              <a:rPr lang="en-US" noProof="0"/>
              <a:t>Put the two phases together, and on a mid-range phone you get a 5-10 minute scan.</a:t>
            </a:r>
          </a:p>
          <a:p>
            <a:endParaRPr lang="en-US" noProof="0"/>
          </a:p>
          <a:p>
            <a:endParaRPr lang="en-US" noProof="0"/>
          </a:p>
          <a:p>
            <a:r>
              <a:rPr lang="en-US" noProof="0"/>
              <a:t>And note: it’s not a model quality problem. The answers were right. It’s the arithmetic that decides between seconds and minutes.</a:t>
            </a:r>
          </a:p>
          <a:p>
            <a:endParaRPr lang="en-US" noProof="0"/>
          </a:p>
          <a:p>
            <a:endParaRPr lang="en-US" noProof="0"/>
          </a:p>
          <a:p>
            <a:r>
              <a:rPr lang="en-US" noProof="0"/>
              <a:t>So, the advice: know this cost model before promising any multimodal UX.</a:t>
            </a:r>
          </a:p>
          <a:p>
            <a:r>
              <a:rPr lang="en-US" noProof="0"/>
              <a:t>Before telling your product owner “let’s have them snap a photo and the AI figures everything out”, do this math.</a:t>
            </a:r>
          </a:p>
          <a:p>
            <a:endParaRPr lang="en-US" noProof="0"/>
          </a:p>
          <a:p>
            <a:endParaRPr lang="en-US" noProof="0"/>
          </a:p>
          <a:p>
            <a:r>
              <a:rPr lang="en-US" noProof="0"/>
              <a:t>And at that point we asked ourselves the right question:</a:t>
            </a:r>
          </a:p>
          <a:p>
            <a:r>
              <a:rPr lang="en-US" noProof="0"/>
              <a:t>Do we really need a model that writes, to recognize an orange?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Chapter three. Starring: MobileCLIP-S2.</a:t>
            </a:r>
          </a:p>
          <a:p>
            <a:endParaRPr lang="en-US" noProof="0"/>
          </a:p>
          <a:p>
            <a:endParaRPr lang="en-US" noProof="0"/>
          </a:p>
          <a:p>
            <a:r>
              <a:rPr lang="en-US" noProof="0"/>
              <a:t>First thing to understand: it’s not an LLM.</a:t>
            </a:r>
          </a:p>
          <a:p>
            <a:r>
              <a:rPr lang="en-US" noProof="0"/>
              <a:t>It doesn’t generate anything. It measures.</a:t>
            </a:r>
          </a:p>
          <a:p>
            <a:r>
              <a:rPr lang="en-US" noProof="0"/>
              <a:t>It measures how well an image matches a sentence.</a:t>
            </a:r>
          </a:p>
          <a:p>
            <a:r>
              <a:rPr lang="en-US" noProof="0"/>
              <a:t>It’s a model of the CLIP family, which stands for Contrastive Language–Image Pre-training.</a:t>
            </a:r>
          </a:p>
          <a:p>
            <a:endParaRPr lang="en-US" noProof="0"/>
          </a:p>
          <a:p>
            <a:endParaRPr lang="en-US" noProof="0"/>
          </a:p>
          <a:p>
            <a:r>
              <a:rPr lang="en-US" noProof="0"/>
              <a:t>MobileCLIP is the mobile version of CLIP, made by Apple.</a:t>
            </a:r>
          </a:p>
          <a:p>
            <a:r>
              <a:rPr lang="en-US" noProof="0"/>
              <a:t>Yes, in an Android talk at a DevFest we’re using an Apple model: that’s one more reason open source is great.</a:t>
            </a:r>
          </a:p>
          <a:p>
            <a:endParaRPr lang="en-US" noProof="0"/>
          </a:p>
          <a:p>
            <a:endParaRPr lang="en-US" noProof="0"/>
          </a:p>
          <a:p>
            <a:r>
              <a:rPr lang="en-US" noProof="0"/>
              <a:t>It’s distilled from bigger models, and the S2 variant is the right trade-off between accuracy and speed: in zero-shot it’s as accurate as bigger models, but with phone latency.</a:t>
            </a:r>
          </a:p>
          <a:p>
            <a:endParaRPr lang="en-US" noProof="0"/>
          </a:p>
          <a:p>
            <a:endParaRPr lang="en-US" noProof="0"/>
          </a:p>
          <a:p>
            <a:r>
              <a:rPr lang="en-US" noProof="0"/>
              <a:t>The numbers: about 140 megabytes, 256 by 256 pixel input, 512-dimensional embeddings.</a:t>
            </a:r>
          </a:p>
          <a:p>
            <a:r>
              <a:rPr lang="en-US" noProof="0"/>
              <a:t>Tiny, next to a 2-billion-parameter LLM, and above all with a completely different cost profile.</a:t>
            </a:r>
          </a:p>
          <a:p>
            <a:endParaRPr lang="en-US" noProof="0"/>
          </a:p>
          <a:p>
            <a:endParaRPr lang="en-US" noProof="0"/>
          </a:p>
          <a:p>
            <a:r>
              <a:rPr lang="en-US" noProof="0"/>
              <a:t>And “zero-shot” is the key word: it means the model recognizes categories it was never explicitly trained on.</a:t>
            </a:r>
          </a:p>
          <a:p>
            <a:r>
              <a:rPr lang="en-US" noProof="0"/>
              <a:t>We didn’t do any fine-tuning on ingredients.</a:t>
            </a:r>
          </a:p>
          <a:p>
            <a:r>
              <a:rPr lang="en-US" noProof="0"/>
              <a:t>We didn’t collect a single fridge photo.</a:t>
            </a:r>
          </a:p>
          <a:p>
            <a:endParaRPr lang="en-US" noProof="0"/>
          </a:p>
          <a:p>
            <a:endParaRPr lang="en-US" noProof="0"/>
          </a:p>
          <a:p>
            <a:r>
              <a:rPr lang="en-US" noProof="0"/>
              <a:t>Open weights, it exports cleanly to LiteRT, and it runs on any Android phone.</a:t>
            </a:r>
          </a:p>
          <a:p>
            <a:endParaRPr lang="en-US" noProof="0"/>
          </a:p>
          <a:p>
            <a:endParaRPr lang="en-US" noProof="0"/>
          </a:p>
          <a:p>
            <a:r>
              <a:rPr lang="en-US" noProof="0"/>
              <a:t>Now this can be the foundation of our app.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The key insight is this: recognition doesn’t need a model that writes, but a model that compares.</a:t>
            </a:r>
          </a:p>
          <a:p>
            <a:endParaRPr lang="en-US" noProof="0"/>
          </a:p>
          <a:p>
            <a:endParaRPr lang="en-US" noProof="0"/>
          </a:p>
          <a:p>
            <a:r>
              <a:rPr lang="en-US" noProof="0"/>
              <a:t>How does CLIP work?</a:t>
            </a:r>
          </a:p>
          <a:p>
            <a:r>
              <a:rPr lang="en-US" noProof="0"/>
              <a:t>It’s two small encoders: one for images, one for text.</a:t>
            </a:r>
          </a:p>
          <a:p>
            <a:r>
              <a:rPr lang="en-US" noProof="0"/>
              <a:t>They were trained on millions of image–caption pairs, so that a photo and the sentence describing it end up close together in the same vector space.</a:t>
            </a:r>
          </a:p>
          <a:p>
            <a:r>
              <a:rPr lang="en-US" noProof="0"/>
              <a:t>The photo of an orange and the sentence “a photo of an orange” become two vectors pointing more or less in the same direction.</a:t>
            </a:r>
          </a:p>
          <a:p>
            <a:endParaRPr lang="en-US" noProof="0"/>
          </a:p>
          <a:p>
            <a:endParaRPr lang="en-US" noProof="0"/>
          </a:p>
          <a:p>
            <a:r>
              <a:rPr lang="en-US" noProof="0"/>
              <a:t>And so the question “is it an orange?” becomes a cosine similarity.</a:t>
            </a:r>
          </a:p>
          <a:p>
            <a:r>
              <a:rPr lang="en-US" noProof="0"/>
              <a:t>I take the image vector, I take the sentence vector, I compute a dot product.</a:t>
            </a:r>
          </a:p>
          <a:p>
            <a:r>
              <a:rPr lang="en-US" noProof="0"/>
              <a:t>Recognition becomes geometry.</a:t>
            </a:r>
          </a:p>
          <a:p>
            <a:r>
              <a:rPr lang="en-US" noProof="0"/>
              <a:t>A dot product, not a generated paragraph.</a:t>
            </a:r>
          </a:p>
          <a:p>
            <a:endParaRPr lang="en-US" noProof="0"/>
          </a:p>
          <a:p>
            <a:endParaRPr lang="en-US" noProof="0"/>
          </a:p>
          <a:p>
            <a:r>
              <a:rPr lang="en-US" noProof="0"/>
              <a:t>And the nice thing about cosine similarity is that it’s a number: from minus one to one.</a:t>
            </a:r>
          </a:p>
          <a:p>
            <a:r>
              <a:rPr lang="en-US" noProof="0"/>
              <a:t>We can set a threshold, sort the results, discard the unconvincing ones.</a:t>
            </a:r>
          </a:p>
          <a:p>
            <a:r>
              <a:rPr lang="en-US" noProof="0"/>
              <a:t>No JSON to parse, no hallucinations in the form of text: at worst a low score.</a:t>
            </a:r>
          </a:p>
          <a:p>
            <a:endParaRPr lang="en-US" noProof="0"/>
          </a:p>
          <a:p>
            <a:endParaRPr lang="en-US" noProof="0"/>
          </a:p>
          <a:p>
            <a:r>
              <a:rPr lang="en-US" noProof="0"/>
              <a:t>Now think back to the two phases from before.</a:t>
            </a:r>
          </a:p>
          <a:p>
            <a:r>
              <a:rPr lang="en-US" noProof="0"/>
              <a:t>Here there’s no decode: I don’t generate any tokens.</a:t>
            </a:r>
          </a:p>
          <a:p>
            <a:r>
              <a:rPr lang="en-US" noProof="0"/>
              <a:t>There’s no prefill of hundreds of tokens through two billion parameters.</a:t>
            </a:r>
          </a:p>
          <a:p>
            <a:r>
              <a:rPr lang="en-US" noProof="0"/>
              <a:t>There’s just a roughly 140-megabyte encoder looking at the photo. That’s it.</a:t>
            </a:r>
          </a:p>
          <a:p>
            <a:endParaRPr lang="en-US" noProof="0"/>
          </a:p>
          <a:p>
            <a:endParaRPr lang="en-US" noProof="0"/>
          </a:p>
          <a:p>
            <a:r>
              <a:rPr lang="en-US" noProof="0"/>
              <a:t>MobileCLIP-S2 runs on LiteRT, on any Android phone, with no decode loop at all.</a:t>
            </a:r>
          </a:p>
          <a:p>
            <a:endParaRPr lang="en-US" noProof="0"/>
          </a:p>
          <a:p>
            <a:endParaRPr lang="en-US" noProof="0"/>
          </a:p>
          <a:p>
            <a:r>
              <a:rPr lang="en-US" noProof="0"/>
              <a:t>But there’s an obvious question: if the model compares an image with sentences… which sentences? Where do they come from?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And here’s the trick: we built the vocabulary ourselves.</a:t>
            </a:r>
          </a:p>
          <a:p>
            <a:r>
              <a:rPr lang="en-US" noProof="0"/>
              <a:t>And it’s a text file.</a:t>
            </a:r>
          </a:p>
          <a:p>
            <a:endParaRPr lang="en-US" noProof="0"/>
          </a:p>
          <a:p>
            <a:endParaRPr lang="en-US" noProof="0"/>
          </a:p>
          <a:p>
            <a:r>
              <a:rPr lang="en-US" noProof="0"/>
              <a:t>It’s called ingredient_labels.txt, and it contains more than eight hundred hand-curated ingredient labels.</a:t>
            </a:r>
          </a:p>
          <a:p>
            <a:r>
              <a:rPr lang="en-US" noProof="0"/>
              <a:t>Oranges. Strawberries. Bananas.</a:t>
            </a:r>
          </a:p>
          <a:p>
            <a:r>
              <a:rPr lang="en-US" noProof="0"/>
              <a:t>And look at this line: “lactose-free milk, pipe, milk”. On the left there’s the specific label, the one we use for matching; on the right the simple one, which we show to the user. So the model recognizes the carton of whole milk, but in the pantry you just see “milk”.</a:t>
            </a:r>
          </a:p>
          <a:p>
            <a:endParaRPr lang="en-US" noProof="0"/>
          </a:p>
          <a:p>
            <a:endParaRPr lang="en-US" noProof="0"/>
          </a:p>
          <a:p>
            <a:r>
              <a:rPr lang="en-US" noProof="0"/>
              <a:t>This trick solves a very concrete problem: CLIP works better with specific descriptions, but for recipes a clean pantry is better, not “carton of semi-skimmed whole milk”.</a:t>
            </a:r>
          </a:p>
          <a:p>
            <a:endParaRPr lang="en-US" noProof="0"/>
          </a:p>
          <a:p>
            <a:endParaRPr lang="en-US" noProof="0"/>
          </a:p>
          <a:p>
            <a:r>
              <a:rPr lang="en-US" noProof="0"/>
              <a:t>Then: we compute the text embeddings offline, on a laptop, just once.</a:t>
            </a:r>
          </a:p>
          <a:p>
            <a:r>
              <a:rPr lang="en-US" noProof="0"/>
              <a:t>For each label we use four templates, like “a photo of an orange”, and average the vectors, which makes the result more robust.</a:t>
            </a:r>
          </a:p>
          <a:p>
            <a:endParaRPr lang="en-US" noProof="0"/>
          </a:p>
          <a:p>
            <a:endParaRPr lang="en-US" noProof="0"/>
          </a:p>
          <a:p>
            <a:r>
              <a:rPr lang="en-US" noProof="0"/>
              <a:t>The result is about 4.5 megabytes of vectors, bundled in the APK.</a:t>
            </a:r>
          </a:p>
          <a:p>
            <a:endParaRPr lang="en-US" noProof="0"/>
          </a:p>
          <a:p>
            <a:endParaRPr lang="en-US" noProof="0"/>
          </a:p>
          <a:p>
            <a:r>
              <a:rPr lang="en-US" noProof="0"/>
              <a:t>And here’s the key point: since the labels don’t change at runtime, there’s no point running the text encoder on the phone. We leave it on the laptop.</a:t>
            </a:r>
          </a:p>
          <a:p>
            <a:endParaRPr lang="en-US" noProof="0"/>
          </a:p>
          <a:p>
            <a:endParaRPr lang="en-US" noProof="0"/>
          </a:p>
          <a:p>
            <a:r>
              <a:rPr lang="en-US" noProof="0"/>
              <a:t>So on the phone only the image encoder runs.</a:t>
            </a:r>
          </a:p>
          <a:p>
            <a:r>
              <a:rPr lang="en-US" noProof="0"/>
              <a:t>The flow is: we cut the photo into many crops, at two different scales, compute the embedding of each crop, compare it with cosine against all the labels, and the best matches above a confidence threshold win.</a:t>
            </a:r>
          </a:p>
          <a:p>
            <a:endParaRPr lang="en-US" noProof="0"/>
          </a:p>
          <a:p>
            <a:endParaRPr lang="en-US" noProof="0"/>
          </a:p>
          <a:p>
            <a:r>
              <a:rPr lang="en-US" noProof="0"/>
              <a:t>And a clever detail: the file also contains a few “distractor” labels, which aren’t food.</a:t>
            </a:r>
          </a:p>
          <a:p>
            <a:r>
              <a:rPr lang="en-US" noProof="0"/>
              <a:t>They absorb the empty crops, the shelf, the rack, so they don’t turn into an ingredient.</a:t>
            </a:r>
          </a:p>
          <a:p>
            <a:endParaRPr lang="en-US" noProof="0"/>
          </a:p>
          <a:p>
            <a:endParaRPr lang="en-US" noProof="0"/>
          </a:p>
          <a:p>
            <a:r>
              <a:rPr lang="en-US" noProof="0"/>
              <a:t>And the nice thing is this: the “classifier” is an editable text file.</a:t>
            </a:r>
          </a:p>
          <a:p>
            <a:r>
              <a:rPr lang="en-US" noProof="0"/>
              <a:t>Want to add an ingredient? Add a line, regenerate the vectors, done. No dataset, no training.</a:t>
            </a:r>
          </a:p>
          <a:p>
            <a:endParaRPr lang="en-US" noProof="0"/>
          </a:p>
          <a:p>
            <a:r>
              <a:rPr lang="en-US" noProof="0"/>
              <a:t>And the result?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Same phone. Same fridge photo.</a:t>
            </a:r>
          </a:p>
          <a:p>
            <a:endParaRPr lang="en-US" noProof="0"/>
          </a:p>
          <a:p>
            <a:r>
              <a:rPr lang="en-US" noProof="0"/>
              <a:t>[pause]</a:t>
            </a:r>
          </a:p>
          <a:p>
            <a:endParaRPr lang="en-US" noProof="0"/>
          </a:p>
          <a:p>
            <a:r>
              <a:rPr lang="en-US" noProof="0"/>
              <a:t>Minutes… become seconds.</a:t>
            </a:r>
          </a:p>
          <a:p>
            <a:endParaRPr lang="en-US" noProof="0"/>
          </a:p>
          <a:p>
            <a:r>
              <a:rPr lang="en-US" noProof="0"/>
              <a:t>[pause]</a:t>
            </a:r>
          </a:p>
          <a:p>
            <a:endParaRPr lang="en-US" noProof="0"/>
          </a:p>
          <a:p>
            <a:endParaRPr lang="en-US" noProof="0"/>
          </a:p>
          <a:p>
            <a:r>
              <a:rPr lang="en-US" noProof="0"/>
              <a:t>We didn’t change phones. We didn’t buy a new chip.</a:t>
            </a:r>
          </a:p>
          <a:p>
            <a:r>
              <a:rPr lang="en-US" noProof="0"/>
              <a:t>We didn’t quantize the LLM to the bone.</a:t>
            </a:r>
          </a:p>
          <a:p>
            <a:r>
              <a:rPr lang="en-US" noProof="0"/>
              <a:t>We changed the class of model.</a:t>
            </a:r>
          </a:p>
          <a:p>
            <a:r>
              <a:rPr lang="en-US" noProof="0"/>
              <a:t>We stopped asking a generative model to do a comparison job.</a:t>
            </a:r>
          </a:p>
          <a:p>
            <a:endParaRPr lang="en-US" noProof="0"/>
          </a:p>
          <a:p>
            <a:endParaRPr lang="en-US" noProof="0"/>
          </a:p>
          <a:p>
            <a:r>
              <a:rPr lang="en-US" noProof="0"/>
              <a:t>And the nice part is that we didn’t throw the old approach away: the LLM’s detection quality was great, but MobileCLIP gives us comparable quality in a fraction of the time, on any phone.</a:t>
            </a:r>
          </a:p>
          <a:p>
            <a:endParaRPr lang="en-US" noProof="0"/>
          </a:p>
          <a:p>
            <a:endParaRPr lang="en-US" noProof="0"/>
          </a:p>
          <a:p>
            <a:r>
              <a:rPr lang="en-US" noProof="0"/>
              <a:t>And it’s the most important lesson of the whole talk: before optimizing the model, ask yourself whether it’s the right model for the job.</a:t>
            </a:r>
          </a:p>
          <a:p>
            <a:endParaRPr lang="en-US" noProof="0"/>
          </a:p>
          <a:p>
            <a:endParaRPr lang="en-US" noProof="0"/>
          </a:p>
          <a:p>
            <a:r>
              <a:rPr lang="en-US" noProof="0"/>
              <a:t>But at this point we had 2.6 gigabytes of Gemma on the phone, and no work for it to do.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Chapter four. Starring: Gemma Returns.</a:t>
            </a:r>
          </a:p>
          <a:p>
            <a:endParaRPr lang="en-US" noProof="0"/>
          </a:p>
          <a:p>
            <a:endParaRPr lang="en-US" noProof="0"/>
          </a:p>
          <a:p>
            <a:r>
              <a:rPr lang="en-US" noProof="0"/>
              <a:t>It’s the same 2.6 gigabytes we already had on the phone.</a:t>
            </a:r>
          </a:p>
          <a:p>
            <a:r>
              <a:rPr lang="en-US" noProof="0"/>
              <a:t>But now it does the job it was built for.</a:t>
            </a:r>
          </a:p>
          <a:p>
            <a:r>
              <a:rPr lang="en-US" noProof="0"/>
              <a:t>We had benched it for perception, but we never uninstalled it.</a:t>
            </a:r>
          </a:p>
          <a:p>
            <a:endParaRPr lang="en-US" noProof="0"/>
          </a:p>
          <a:p>
            <a:endParaRPr lang="en-US" noProof="0"/>
          </a:p>
          <a:p>
            <a:r>
              <a:rPr lang="en-US" noProof="0"/>
              <a:t>The difference is that this time it works with text only.</a:t>
            </a:r>
          </a:p>
          <a:p>
            <a:r>
              <a:rPr lang="en-US" noProof="0"/>
              <a:t>No photo, no image tokens, no huge prefill.</a:t>
            </a:r>
          </a:p>
          <a:p>
            <a:r>
              <a:rPr lang="en-US" noProof="0"/>
              <a:t>The input is a short list of ingredients: “eggs, zucchini, tomatoes, Parmigiano”.</a:t>
            </a:r>
          </a:p>
          <a:p>
            <a:r>
              <a:rPr lang="en-US" noProof="0"/>
              <a:t>So the two-phase cost, which had killed us before, now plays in our favor: a tiny prefill, and a decode that produces exactly what we want.</a:t>
            </a:r>
          </a:p>
          <a:p>
            <a:endParaRPr lang="en-US" noProof="0"/>
          </a:p>
          <a:p>
            <a:endParaRPr lang="en-US" noProof="0"/>
          </a:p>
          <a:p>
            <a:r>
              <a:rPr lang="en-US" noProof="0"/>
              <a:t>And here instruction-tuned generation makes sense, because recipes are new text.</a:t>
            </a:r>
          </a:p>
          <a:p>
            <a:r>
              <a:rPr lang="en-US" noProof="0"/>
              <a:t>They’re invented on the spot.</a:t>
            </a:r>
          </a:p>
          <a:p>
            <a:r>
              <a:rPr lang="en-US" noProof="0"/>
              <a:t>It’s the one job in the app that no comparison, no vocabulary, no lookup could ever do.</a:t>
            </a:r>
          </a:p>
          <a:p>
            <a:r>
              <a:rPr lang="en-US" noProof="0"/>
              <a:t>And it really does need an LLM.</a:t>
            </a:r>
          </a:p>
          <a:p>
            <a:endParaRPr lang="en-US" noProof="0"/>
          </a:p>
          <a:p>
            <a:endParaRPr lang="en-US" noProof="0"/>
          </a:p>
          <a:p>
            <a:r>
              <a:rPr lang="en-US" noProof="0"/>
              <a:t>And there’s another advantage: recipes need creativity.</a:t>
            </a:r>
          </a:p>
          <a:p>
            <a:r>
              <a:rPr lang="en-US" noProof="0"/>
              <a:t>Here we can raise the temperature a bit, let the model suggest pairings we didn’t expect.</a:t>
            </a:r>
          </a:p>
          <a:p>
            <a:r>
              <a:rPr lang="en-US" noProof="0"/>
              <a:t>In detection, creativity was a flaw; here it becomes the product.</a:t>
            </a:r>
          </a:p>
          <a:p>
            <a:endParaRPr lang="en-US" noProof="0"/>
          </a:p>
          <a:p>
            <a:endParaRPr lang="en-US" noProof="0"/>
          </a:p>
          <a:p>
            <a:r>
              <a:rPr lang="en-US" noProof="0"/>
              <a:t>It runs through LiteRT-LM, with the GPU as the first choice.</a:t>
            </a:r>
          </a:p>
          <a:p>
            <a:r>
              <a:rPr lang="en-US" noProof="0"/>
              <a:t>And since GPUs on Android phones are a very varied world, if the GPU hangs or errors out, the app notices, switches to the CPU and remembers it for next time.</a:t>
            </a:r>
          </a:p>
          <a:p>
            <a:r>
              <a:rPr lang="en-US" noProof="0"/>
              <a:t>And LiteRT-LM also supports streaming the answer, token by token.</a:t>
            </a:r>
          </a:p>
          <a:p>
            <a:r>
              <a:rPr lang="en-US" noProof="0"/>
              <a:t>For UX, that changes everything.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Recipes are creation, not recognition.</a:t>
            </a:r>
          </a:p>
          <a:p>
            <a:endParaRPr lang="en-US" noProof="0"/>
          </a:p>
          <a:p>
            <a:endParaRPr lang="en-US" noProof="0"/>
          </a:p>
          <a:p>
            <a:r>
              <a:rPr lang="en-US" noProof="0"/>
              <a:t>Going from an inventory to dinner ideas is exactly why generative models exist.</a:t>
            </a:r>
          </a:p>
          <a:p>
            <a:r>
              <a:rPr lang="en-US" noProof="0"/>
              <a:t>No closed vocabulary can do it.</a:t>
            </a:r>
          </a:p>
          <a:p>
            <a:endParaRPr lang="en-US" noProof="0"/>
          </a:p>
          <a:p>
            <a:endParaRPr lang="en-US" noProof="0"/>
          </a:p>
          <a:p>
            <a:r>
              <a:rPr lang="en-US" noProof="0"/>
              <a:t>Three tricks that saved us.</a:t>
            </a:r>
          </a:p>
          <a:p>
            <a:endParaRPr lang="en-US" noProof="0"/>
          </a:p>
          <a:p>
            <a:endParaRPr lang="en-US" noProof="0"/>
          </a:p>
          <a:p>
            <a:r>
              <a:rPr lang="en-US" noProof="0"/>
              <a:t>First: two-stage prompting.</a:t>
            </a:r>
          </a:p>
          <a:p>
            <a:r>
              <a:rPr lang="en-US" noProof="0"/>
              <a:t>First we ask for a list of five recipes, with title, time, difficulty and ingredients used, but no steps.</a:t>
            </a:r>
          </a:p>
          <a:p>
            <a:r>
              <a:rPr lang="en-US" noProof="0"/>
              <a:t>Then, only when the user opens one, we generate the steps and variants.</a:t>
            </a:r>
          </a:p>
          <a:p>
            <a:r>
              <a:rPr lang="en-US" noProof="0"/>
              <a:t>Shorter prompts, shorter outputs, less waiting.</a:t>
            </a:r>
          </a:p>
          <a:p>
            <a:endParaRPr lang="en-US" noProof="0"/>
          </a:p>
          <a:p>
            <a:endParaRPr lang="en-US" noProof="0"/>
          </a:p>
          <a:p>
            <a:r>
              <a:rPr lang="en-US" noProof="0"/>
              <a:t>Second: defensive JSON parsing with silent retries.</a:t>
            </a:r>
          </a:p>
          <a:p>
            <a:r>
              <a:rPr lang="en-US" noProof="0"/>
              <a:t>Small models easily break format contracts: an extra comma, a markdown block around the JSON, a polite sentence before the answer.</a:t>
            </a:r>
          </a:p>
          <a:p>
            <a:r>
              <a:rPr lang="en-US" noProof="0"/>
              <a:t>It’s not a rare bug: it’s normal behavior.</a:t>
            </a:r>
          </a:p>
          <a:p>
            <a:r>
              <a:rPr lang="en-US" noProof="0"/>
              <a:t>So expect it, don’t apologize to the user.</a:t>
            </a:r>
          </a:p>
          <a:p>
            <a:endParaRPr lang="en-US" noProof="0"/>
          </a:p>
          <a:p>
            <a:endParaRPr lang="en-US" noProof="0"/>
          </a:p>
          <a:p>
            <a:r>
              <a:rPr lang="en-US" noProof="0"/>
              <a:t>In practice: we strip the markdown blocks, extract every JSON object we find, accept field names written in different ways, and if a single recipe is broken we drop that one, not the whole list.</a:t>
            </a:r>
          </a:p>
          <a:p>
            <a:r>
              <a:rPr lang="en-US" noProof="0"/>
              <a:t>And if there’s really nothing valid, we retry, up to four times, before showing the user an error.</a:t>
            </a:r>
          </a:p>
          <a:p>
            <a:endParaRPr lang="en-US" noProof="0"/>
          </a:p>
          <a:p>
            <a:endParaRPr lang="en-US" noProof="0"/>
          </a:p>
          <a:p>
            <a:r>
              <a:rPr lang="en-US" noProof="0"/>
              <a:t>Third: without a photo, text-only generation runs at 15–25 tokens per second.</a:t>
            </a:r>
          </a:p>
          <a:p>
            <a:r>
              <a:rPr lang="en-US" noProof="0"/>
              <a:t>And since the list is light, and we generate the steps only for the recipe you open, the wait stays short.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Chapter five: distribution.</a:t>
            </a:r>
          </a:p>
          <a:p>
            <a:r>
              <a:rPr lang="en-US" noProof="0"/>
              <a:t>Because having three models is nice, but then you have to get them onto the phone.</a:t>
            </a:r>
          </a:p>
          <a:p>
            <a:r>
              <a:rPr lang="en-US" noProof="0"/>
              <a:t>And every model travels differently.</a:t>
            </a:r>
          </a:p>
          <a:p>
            <a:endParaRPr lang="en-US" noProof="0"/>
          </a:p>
          <a:p>
            <a:endParaRPr lang="en-US" noProof="0"/>
          </a:p>
          <a:p>
            <a:r>
              <a:rPr lang="en-US" noProof="0"/>
              <a:t>Gemini Nano: zero megabytes. AICore manages it. Our APK only contains a prompt.</a:t>
            </a:r>
          </a:p>
          <a:p>
            <a:endParaRPr lang="en-US" noProof="0"/>
          </a:p>
          <a:p>
            <a:endParaRPr lang="en-US" noProof="0"/>
          </a:p>
          <a:p>
            <a:r>
              <a:rPr lang="en-US" noProof="0"/>
              <a:t>MobileCLIP-S2: about 140 megabytes.</a:t>
            </a:r>
          </a:p>
          <a:p>
            <a:r>
              <a:rPr lang="en-US" noProof="0"/>
              <a:t>We bundle it in the APK like any other asset.</a:t>
            </a:r>
          </a:p>
          <a:p>
            <a:r>
              <a:rPr lang="en-US" noProof="0"/>
              <a:t>This has a huge advantage: detection works right after install, even offline, even on the first launch.</a:t>
            </a:r>
          </a:p>
          <a:p>
            <a:endParaRPr lang="en-US" noProof="0"/>
          </a:p>
          <a:p>
            <a:endParaRPr lang="en-US" noProof="0"/>
          </a:p>
          <a:p>
            <a:r>
              <a:rPr lang="en-US" noProof="0"/>
              <a:t>Gemma: 2.6 gigabytes of weights.</a:t>
            </a:r>
          </a:p>
          <a:p>
            <a:r>
              <a:rPr lang="en-US" noProof="0"/>
              <a:t>Too big for any APK you want to publish on the Play Store.</a:t>
            </a:r>
          </a:p>
          <a:p>
            <a:r>
              <a:rPr lang="en-US" noProof="0"/>
              <a:t>And the alternative, hand-writing a resumable downloader that handles a dropping network, running out of space, file integrity, updates, is a project of its own.</a:t>
            </a:r>
          </a:p>
          <a:p>
            <a:r>
              <a:rPr lang="en-US" noProof="0"/>
              <a:t>And we didn’t want our app to download anything from the internet itself.</a:t>
            </a:r>
          </a:p>
          <a:p>
            <a:endParaRPr lang="en-US" noProof="0"/>
          </a:p>
          <a:p>
            <a:endParaRPr lang="en-US" noProof="0"/>
          </a:p>
          <a:p>
            <a:r>
              <a:rPr lang="en-US" noProof="0"/>
              <a:t>And there’s also a user experience issue: you can’t ask someone to download 2.6 gigs on first launch, maybe on 4G.</a:t>
            </a:r>
          </a:p>
          <a:p>
            <a:r>
              <a:rPr lang="en-US" noProof="0"/>
              <a:t>That’s why detection has to work right away, and the recipes can come a bit later.</a:t>
            </a:r>
          </a:p>
          <a:p>
            <a:endParaRPr lang="en-US" noProof="0"/>
          </a:p>
          <a:p>
            <a:endParaRPr lang="en-US" noProof="0"/>
          </a:p>
          <a:p>
            <a:r>
              <a:rPr lang="en-US" noProof="0"/>
              <a:t>The solution is AI packs through Play for On-device AI.</a:t>
            </a:r>
          </a:p>
          <a:p>
            <a:r>
              <a:rPr lang="en-US" noProof="0"/>
              <a:t>You package the model as an AI pack, and Google Play takes care of delivery, exactly as it does with the app.</a:t>
            </a:r>
          </a:p>
          <a:p>
            <a:r>
              <a:rPr lang="en-US" noProof="0"/>
              <a:t>Distribution stops being your problem.</a:t>
            </a:r>
          </a:p>
          <a:p>
            <a:endParaRPr lang="en-US" noProof="0"/>
          </a:p>
          <a:p>
            <a:endParaRPr lang="en-US" noProof="0"/>
          </a:p>
          <a:p>
            <a:r>
              <a:rPr lang="en-US" noProof="0"/>
              <a:t>And you can choose when to deliver it: at install time, in fast-follow mode, meaning right after install, in the background, or on demand.</a:t>
            </a:r>
          </a:p>
          <a:p>
            <a:r>
              <a:rPr lang="en-US" noProof="0"/>
              <a:t>We use fast-follow.</a:t>
            </a:r>
          </a:p>
          <a:p>
            <a:r>
              <a:rPr lang="en-US" noProof="0"/>
              <a:t>And since Play has a size limit per pack, we split Gemma into three AI packs: on first launch the app reassembles them into the model, and then the packs are removed so they don’t take up space twice.</a:t>
            </a:r>
          </a:p>
          <a:p>
            <a:endParaRPr lang="en-US" noProof="0"/>
          </a:p>
          <a:p>
            <a:endParaRPr lang="en-US" noProof="0"/>
          </a:p>
          <a:p>
            <a:r>
              <a:rPr lang="en-US" noProof="0"/>
              <a:t>And now, let’s put the pieces back together.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Here’s the big picture: 3 models, 3 jobs, one app.</a:t>
            </a:r>
          </a:p>
          <a:p>
            <a:endParaRPr lang="en-US" noProof="0"/>
          </a:p>
          <a:p>
            <a:endParaRPr lang="en-US" noProof="0"/>
          </a:p>
          <a:p>
            <a:r>
              <a:rPr lang="en-US" noProof="0"/>
              <a:t>Gemini Nano is the accelerator.</a:t>
            </a:r>
          </a:p>
          <a:p>
            <a:r>
              <a:rPr lang="en-US" noProof="0"/>
              <a:t>Free multimodal detection on flagships, always guarded by checkStatus().</a:t>
            </a:r>
          </a:p>
          <a:p>
            <a:r>
              <a:rPr lang="en-US" noProof="0"/>
              <a:t>If it’s there, we use it. If it’s not, no problem.</a:t>
            </a:r>
          </a:p>
          <a:p>
            <a:endParaRPr lang="en-US" noProof="0"/>
          </a:p>
          <a:p>
            <a:endParaRPr lang="en-US" noProof="0"/>
          </a:p>
          <a:p>
            <a:r>
              <a:rPr lang="en-US" noProof="0"/>
              <a:t>MobileCLIP-S2 is the foundation.</a:t>
            </a:r>
          </a:p>
          <a:p>
            <a:r>
              <a:rPr lang="en-US" noProof="0"/>
              <a:t>Zero-shot detection in a few seconds, on every phone.</a:t>
            </a:r>
          </a:p>
          <a:p>
            <a:r>
              <a:rPr lang="en-US" noProof="0"/>
              <a:t>It’s the floor the experience never drops below.</a:t>
            </a:r>
          </a:p>
          <a:p>
            <a:endParaRPr lang="en-US" noProof="0"/>
          </a:p>
          <a:p>
            <a:endParaRPr lang="en-US" noProof="0"/>
          </a:p>
          <a:p>
            <a:r>
              <a:rPr lang="en-US" noProof="0"/>
              <a:t>Gemma is the creator.</a:t>
            </a:r>
          </a:p>
          <a:p>
            <a:r>
              <a:rPr lang="en-US" noProof="0"/>
              <a:t>Recipes generated on-device: the one job only an LLM can do.</a:t>
            </a:r>
          </a:p>
          <a:p>
            <a:endParaRPr lang="en-US" noProof="0"/>
          </a:p>
          <a:p>
            <a:endParaRPr lang="en-US" noProof="0"/>
          </a:p>
          <a:p>
            <a:r>
              <a:rPr lang="en-US" noProof="0"/>
              <a:t>And the fourth element, maybe the most important one architecture-wise: one interface in the code.</a:t>
            </a:r>
          </a:p>
          <a:p>
            <a:r>
              <a:rPr lang="en-US" noProof="0"/>
              <a:t>All the detection engines implement the same contract.</a:t>
            </a:r>
          </a:p>
          <a:p>
            <a:r>
              <a:rPr lang="en-US" noProof="0"/>
              <a:t>The UI never knows which engine answered. It doesn’t care.</a:t>
            </a:r>
          </a:p>
          <a:p>
            <a:r>
              <a:rPr lang="en-US" noProof="0"/>
              <a:t>Today Nano answers, tomorrow MobileCLIP, and the user always sees the same experience.</a:t>
            </a:r>
          </a:p>
          <a:p>
            <a:endParaRPr lang="en-US" noProof="0"/>
          </a:p>
          <a:p>
            <a:endParaRPr lang="en-US" noProof="0"/>
          </a:p>
          <a:p>
            <a:r>
              <a:rPr lang="en-US" noProof="0"/>
              <a:t>In practice it’s a pattern we all know very well: one interface, several implementations, and a small strategy that picks the best available one at runtime.</a:t>
            </a:r>
          </a:p>
          <a:p>
            <a:r>
              <a:rPr lang="en-US" noProof="0"/>
              <a:t>First I try Nano; if checkStatus() says no, I use MobileCLIP.</a:t>
            </a:r>
          </a:p>
          <a:p>
            <a:r>
              <a:rPr lang="en-US" noProof="0"/>
              <a:t>Nothing magical: good Android architecture, applied to AI.</a:t>
            </a:r>
          </a:p>
          <a:p>
            <a:endParaRPr lang="en-US" noProof="0"/>
          </a:p>
          <a:p>
            <a:endParaRPr lang="en-US" noProof="0"/>
          </a:p>
          <a:p>
            <a:r>
              <a:rPr lang="en-US" noProof="0"/>
              <a:t>This lets us add, remove or swap models without touching a single line of UI.</a:t>
            </a:r>
          </a:p>
          <a:p>
            <a:endParaRPr lang="en-US" noProof="0"/>
          </a:p>
          <a:p>
            <a:endParaRPr lang="en-US" noProof="0"/>
          </a:p>
          <a:p>
            <a:r>
              <a:rPr lang="en-US" noProof="0"/>
              <a:t>Let’s wrap up with what we’d like you to take home.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3 key takeaways.</a:t>
            </a:r>
          </a:p>
          <a:p>
            <a:endParaRPr lang="en-US" noProof="0"/>
          </a:p>
          <a:p>
            <a:r>
              <a:rPr lang="en-US" noProof="0"/>
              <a:t>1: the right model before the fast model.</a:t>
            </a:r>
          </a:p>
          <a:p>
            <a:r>
              <a:rPr lang="en-US" noProof="0"/>
              <a:t>Recognizing is comparing, writing is generating.</a:t>
            </a:r>
          </a:p>
          <a:p>
            <a:r>
              <a:rPr lang="en-US" noProof="0"/>
              <a:t>Picking the right one is the difference between seconds and minutes.</a:t>
            </a:r>
          </a:p>
          <a:p>
            <a:r>
              <a:rPr lang="en-US" noProof="0"/>
              <a:t>And sometimes the cheapest classifier ever is a text file: label embeddings computed offline, zero training, zero infrastructure.</a:t>
            </a:r>
          </a:p>
          <a:p>
            <a:endParaRPr lang="en-US" noProof="0"/>
          </a:p>
          <a:p>
            <a:endParaRPr lang="en-US" noProof="0"/>
          </a:p>
          <a:p>
            <a:r>
              <a:rPr lang="en-US" noProof="0"/>
              <a:t>2: platform AI is an upgrade, not the foundation.</a:t>
            </a:r>
          </a:p>
          <a:p>
            <a:r>
              <a:rPr lang="en-US" noProof="0"/>
              <a:t>Check checkStatus() on every call, because Nano’s availability changes at runtime.</a:t>
            </a:r>
          </a:p>
          <a:p>
            <a:r>
              <a:rPr lang="en-US" noProof="0"/>
              <a:t>And always keep a real fallback underneath: another engine, not an error message.</a:t>
            </a:r>
          </a:p>
          <a:p>
            <a:endParaRPr lang="en-US" noProof="0"/>
          </a:p>
          <a:p>
            <a:endParaRPr lang="en-US" noProof="0"/>
          </a:p>
          <a:p>
            <a:r>
              <a:rPr lang="en-US" noProof="0"/>
              <a:t>3: do the math before you promise.</a:t>
            </a:r>
          </a:p>
          <a:p>
            <a:r>
              <a:rPr lang="en-US" noProof="0"/>
              <a:t>Output tokens, gigs of RAM, gigs to ship.</a:t>
            </a:r>
          </a:p>
          <a:p>
            <a:r>
              <a:rPr lang="en-US" noProof="0"/>
              <a:t>It’s that arithmetic that decides whether your feature takes seconds or minutes.</a:t>
            </a:r>
          </a:p>
          <a:p>
            <a:endParaRPr lang="en-US" noProof="0"/>
          </a:p>
          <a:p>
            <a:endParaRPr lang="en-US" noProof="0"/>
          </a:p>
          <a:p>
            <a:r>
              <a:rPr lang="en-US" noProof="0"/>
              <a:t>All these points don’t apply only to a recipe app.</a:t>
            </a:r>
          </a:p>
          <a:p>
            <a:r>
              <a:rPr lang="en-US" noProof="0"/>
              <a:t>They apply to any on-device AI feature: document scanning, product recognition, in-app assistants.</a:t>
            </a:r>
          </a:p>
          <a:p>
            <a:r>
              <a:rPr lang="en-US" noProof="0"/>
              <a:t>The pattern is always the same: cheap perception as the foundation, generation where it’s really needed, and the platform as an upgrade.</a:t>
            </a:r>
          </a:p>
          <a:p>
            <a:endParaRPr lang="en-US" noProof="0"/>
          </a:p>
          <a:p>
            <a:endParaRPr lang="en-US" noProof="0"/>
          </a:p>
          <a:p>
            <a:r>
              <a:rPr lang="en-US" noProof="0"/>
              <a:t>And if you only remember one thing: before asking how to make a model faster, ask whether it’s the right model.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dirty="0"/>
              <a:t>Wait, it’s not over.</a:t>
            </a:r>
          </a:p>
          <a:p>
            <a:r>
              <a:rPr lang="en-US" noProof="0" dirty="0"/>
              <a:t>We said five chapters… but on Tuesday, October 6 (4 days ago), Google DeepMind released </a:t>
            </a:r>
            <a:r>
              <a:rPr lang="en-US" noProof="0" dirty="0" err="1"/>
              <a:t>EmbeddingGemma</a:t>
            </a:r>
            <a:r>
              <a:rPr lang="en-US" noProof="0" dirty="0"/>
              <a:t> 2, and we couldn’t not talk about it.</a:t>
            </a:r>
          </a:p>
          <a:p>
            <a:r>
              <a:rPr lang="en-US" noProof="0" dirty="0"/>
              <a:t>So: bonus chapter, the sixth, the scene after the credits.</a:t>
            </a:r>
          </a:p>
          <a:p>
            <a:endParaRPr lang="en-US" noProof="0" dirty="0"/>
          </a:p>
          <a:p>
            <a:endParaRPr lang="en-US" noProof="0" dirty="0"/>
          </a:p>
          <a:p>
            <a:r>
              <a:rPr lang="en-US" noProof="0" dirty="0" err="1"/>
              <a:t>EmbeddingGemma</a:t>
            </a:r>
            <a:r>
              <a:rPr lang="en-US" noProof="0" dirty="0"/>
              <a:t> 2 is Google’s new open embedding model, built on Gemma 4 and designed to run on the phone.</a:t>
            </a:r>
          </a:p>
          <a:p>
            <a:r>
              <a:rPr lang="en-US" noProof="0" dirty="0"/>
              <a:t>Like MobileCLIP, it’s not an LLM: it doesn’t write anything.</a:t>
            </a:r>
          </a:p>
          <a:p>
            <a:r>
              <a:rPr lang="en-US" noProof="0" dirty="0"/>
              <a:t>It turns text, images, audio and video into vectors of 768 numbers, all in the same space.</a:t>
            </a:r>
          </a:p>
          <a:p>
            <a:endParaRPr lang="en-US" noProof="0" dirty="0"/>
          </a:p>
          <a:p>
            <a:endParaRPr lang="en-US" noProof="0" dirty="0"/>
          </a:p>
          <a:p>
            <a:r>
              <a:rPr lang="en-US" noProof="0" dirty="0"/>
              <a:t>So a photo of tomatoes lands close to the word “tomatoes”.</a:t>
            </a:r>
          </a:p>
          <a:p>
            <a:r>
              <a:rPr lang="en-US" noProof="0" dirty="0"/>
              <a:t>It’s exactly the trick from chapter 3: we compute the label vectors once, on the phone we only compute the photo’s, and the closest label wins.</a:t>
            </a:r>
          </a:p>
          <a:p>
            <a:endParaRPr lang="en-US" noProof="0" dirty="0"/>
          </a:p>
          <a:p>
            <a:endParaRPr lang="en-US" noProof="0" dirty="0"/>
          </a:p>
          <a:p>
            <a:r>
              <a:rPr lang="en-US" noProof="0" dirty="0"/>
              <a:t>What could it bring to our scanner?</a:t>
            </a:r>
          </a:p>
          <a:p>
            <a:r>
              <a:rPr lang="en-US" noProof="0" dirty="0"/>
              <a:t>First: it understands over 100 languages, so we could write the labels directly in Italian, or in any other language. MobileCLIP only understands English.</a:t>
            </a:r>
          </a:p>
          <a:p>
            <a:r>
              <a:rPr lang="en-US" noProof="0" dirty="0"/>
              <a:t>Second: today the vocabulary lives inside the app. We compute the label vectors beforehand, on the computer, because on the phone MobileCLIP only has the part that looks at photos: adding an ingredient takes a new version of the app.</a:t>
            </a:r>
          </a:p>
          <a:p>
            <a:r>
              <a:rPr lang="en-US" noProof="0" dirty="0" err="1"/>
              <a:t>EmbeddingGemma</a:t>
            </a:r>
            <a:r>
              <a:rPr lang="en-US" noProof="0" dirty="0"/>
              <a:t>, instead, also has the text part on the phone. So the app could compute the vector of a new ingredient by itself, for example one you add to the pantry by hand, and recognize it from the very next photo, without waiting for an update.</a:t>
            </a:r>
          </a:p>
          <a:p>
            <a:r>
              <a:rPr lang="en-US" noProof="0" dirty="0"/>
              <a:t>The vocabulary could grow along with your pantry.</a:t>
            </a:r>
          </a:p>
          <a:p>
            <a:endParaRPr lang="en-US" noProof="0" dirty="0"/>
          </a:p>
          <a:p>
            <a:endParaRPr lang="en-US" noProof="0" dirty="0"/>
          </a:p>
          <a:p>
            <a:r>
              <a:rPr lang="en-US" noProof="0" dirty="0"/>
              <a:t>Third: the license. It’s Apache 2.0, so you can use it in a product, while MobileCLIP’s weights are for research only.</a:t>
            </a:r>
          </a:p>
          <a:p>
            <a:r>
              <a:rPr lang="en-US" noProof="0" dirty="0"/>
              <a:t>And it runs on </a:t>
            </a:r>
            <a:r>
              <a:rPr lang="en-US" noProof="0" dirty="0" err="1"/>
              <a:t>LiteRT</a:t>
            </a:r>
            <a:r>
              <a:rPr lang="en-US" noProof="0" dirty="0"/>
              <a:t>-LM, the same engine we already use for Gemma.</a:t>
            </a:r>
          </a:p>
          <a:p>
            <a:endParaRPr lang="en-US" noProof="0" dirty="0"/>
          </a:p>
          <a:p>
            <a:endParaRPr lang="en-US" noProof="0" dirty="0"/>
          </a:p>
          <a:p>
            <a:r>
              <a:rPr lang="en-US" noProof="0" dirty="0"/>
              <a:t>We tried it on the demo photos: it already recognizes our ingredients.</a:t>
            </a:r>
          </a:p>
          <a:p>
            <a:r>
              <a:rPr lang="en-US" noProof="0" dirty="0"/>
              <a:t>For now, on a Pixel 7, it’s slower than MobileCLIP: about 40 seconds per photo, versus about 20.</a:t>
            </a:r>
          </a:p>
          <a:p>
            <a:r>
              <a:rPr lang="en-US" noProof="0" dirty="0"/>
              <a:t>But it came out on Tuesday: let’s give it time.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noProof="0"/>
              <a:t>And that’s all. Thank you so much!</a:t>
            </a:r>
          </a:p>
          <a:p>
            <a:endParaRPr lang="en-US" noProof="0"/>
          </a:p>
          <a:p>
            <a:r>
              <a:rPr lang="en-US" noProof="0"/>
              <a:t>The AI Pantry code is open source: you’ll find it on GitHub, at the link you see here, github.com/MatriscianoSalvatore/ai-pantry.</a:t>
            </a:r>
          </a:p>
          <a:p>
            <a:r>
              <a:rPr lang="en-US" noProof="0"/>
              <a:t>Download it, try it on your phone, open an issue if it breaks. You’ll also find the slides of the talk in the repo.</a:t>
            </a:r>
          </a:p>
          <a:p>
            <a:endParaRPr lang="en-US" noProof="0"/>
          </a:p>
          <a:p>
            <a:endParaRPr lang="en-US" noProof="0"/>
          </a:p>
          <a:p>
            <a:r>
              <a:rPr lang="en-US" noProof="0"/>
              <a:t>And if you want to keep the conversation going, you’ll find our contacts here: Salvatore’s website and my LinkedIn.</a:t>
            </a:r>
          </a:p>
          <a:p>
            <a:r>
              <a:rPr lang="en-US" noProof="0"/>
              <a:t>Or just stop us later, we’re here all day.</a:t>
            </a:r>
          </a:p>
          <a:p>
            <a:endParaRPr lang="en-US" noProof="0"/>
          </a:p>
          <a:p>
            <a:r>
              <a:rPr lang="en-US" noProof="0"/>
              <a:t>Thanks again to DevFest Milano and to all of you.</a:t>
            </a:r>
          </a:p>
          <a:p>
            <a:r>
              <a:rPr lang="en-US" noProof="0"/>
              <a:t>If you have any questions, we’re here!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US"/>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US" noProof="0"/>
              <a:t>Before we say goodbye, one last thing.</a:t>
            </a:r>
          </a:p>
          <a:p>
            <a:endParaRPr lang="en-US" noProof="0"/>
          </a:p>
          <a:p>
            <a:r>
              <a:rPr lang="en-US" noProof="0"/>
              <a:t>You can scan this QR code to leave us feedback on the talk.</a:t>
            </a:r>
          </a:p>
          <a:p>
            <a:endParaRPr lang="en-US" noProof="0"/>
          </a:p>
          <a:p>
            <a:r>
              <a:rPr lang="en-US" noProof="0"/>
              <a:t>It helps us improve, and it helps the event organizers understand what people liked.</a:t>
            </a:r>
          </a:p>
          <a:p>
            <a:endParaRPr lang="en-US" noProof="0"/>
          </a:p>
          <a:p>
            <a:r>
              <a:rPr lang="en-US" noProof="0"/>
              <a:t>And now, if you have any questions, we’re here!</a:t>
            </a:r>
          </a:p>
        </p:txBody>
      </p:sp>
    </p:spTree>
    <p:extLst>
      <p:ext uri="{BB962C8B-B14F-4D97-AF65-F5344CB8AC3E}">
        <p14:creationId xmlns:p14="http://schemas.microsoft.com/office/powerpoint/2010/main" val="2902824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F172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F172A">
              <a:alpha val="95000"/>
            </a:srgbClr>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39200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9.sv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image" Target="../media/image22.jpe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9" name="TextBox 8">
            <a:extLst>
              <a:ext uri="{FF2B5EF4-FFF2-40B4-BE49-F238E27FC236}">
                <a16:creationId xmlns:a16="http://schemas.microsoft.com/office/drawing/2014/main" id="{E803EEA6-6ABF-11D4-88FA-ACF13666F0DE}"/>
              </a:ext>
            </a:extLst>
          </p:cNvPr>
          <p:cNvSpPr txBox="1"/>
          <p:nvPr/>
        </p:nvSpPr>
        <p:spPr>
          <a:xfrm>
            <a:off x="822960" y="1645920"/>
            <a:ext cx="6335486" cy="1661993"/>
          </a:xfrm>
          <a:prstGeom prst="rect">
            <a:avLst/>
          </a:prstGeom>
          <a:noFill/>
        </p:spPr>
        <p:txBody>
          <a:bodyPr wrap="square">
            <a:spAutoFit/>
          </a:bodyPr>
          <a:lstStyle/>
          <a:p>
            <a:r>
              <a:rPr lang="en-US" sz="5400" b="1" i="0" noProof="0">
                <a:solidFill>
                  <a:srgbClr val="F1F5F9"/>
                </a:solidFill>
                <a:latin typeface="Helvetica Neue"/>
              </a:rPr>
              <a:t>AI On-Device</a:t>
            </a:r>
          </a:p>
          <a:p>
            <a:r>
              <a:rPr lang="en-US" sz="2400" noProof="0">
                <a:solidFill>
                  <a:srgbClr val="94A3B8"/>
                </a:solidFill>
                <a:latin typeface="Helvetica Neue"/>
              </a:rPr>
              <a:t>Cooking from your fridge with Gemini Nano, MobileCLIP and Gemma</a:t>
            </a:r>
          </a:p>
        </p:txBody>
      </p:sp>
      <p:sp>
        <p:nvSpPr>
          <p:cNvPr id="10" name="Rectangle 9">
            <a:extLst>
              <a:ext uri="{FF2B5EF4-FFF2-40B4-BE49-F238E27FC236}">
                <a16:creationId xmlns:a16="http://schemas.microsoft.com/office/drawing/2014/main" id="{B75F9E6A-2A5F-5C9A-9CC3-6E24B162D563}"/>
              </a:ext>
            </a:extLst>
          </p:cNvPr>
          <p:cNvSpPr/>
          <p:nvPr/>
        </p:nvSpPr>
        <p:spPr>
          <a:xfrm>
            <a:off x="868680" y="3749042"/>
            <a:ext cx="2011680" cy="5080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 name="TextBox 10">
            <a:extLst>
              <a:ext uri="{FF2B5EF4-FFF2-40B4-BE49-F238E27FC236}">
                <a16:creationId xmlns:a16="http://schemas.microsoft.com/office/drawing/2014/main" id="{BD8713B6-4549-8639-0BC7-1F9D99F7A18A}"/>
              </a:ext>
            </a:extLst>
          </p:cNvPr>
          <p:cNvSpPr txBox="1"/>
          <p:nvPr/>
        </p:nvSpPr>
        <p:spPr>
          <a:xfrm>
            <a:off x="822960" y="4937760"/>
            <a:ext cx="5162182" cy="1138773"/>
          </a:xfrm>
          <a:prstGeom prst="rect">
            <a:avLst/>
          </a:prstGeom>
          <a:noFill/>
        </p:spPr>
        <p:txBody>
          <a:bodyPr wrap="none">
            <a:spAutoFit/>
          </a:bodyPr>
          <a:lstStyle/>
          <a:p>
            <a:r>
              <a:rPr lang="en-US" sz="2000" b="1" i="0" noProof="0">
                <a:solidFill>
                  <a:srgbClr val="F1F5F9"/>
                </a:solidFill>
                <a:latin typeface="Helvetica Neue"/>
              </a:rPr>
              <a:t>Salvatore Matrisciano  ·  Stefano Soriano</a:t>
            </a:r>
          </a:p>
          <a:p>
            <a:r>
              <a:rPr lang="en-US" sz="1600" b="0" i="0" noProof="0">
                <a:solidFill>
                  <a:srgbClr val="94A3B8"/>
                </a:solidFill>
                <a:latin typeface="Helvetica Neue"/>
              </a:rPr>
              <a:t>Mobile Developers</a:t>
            </a:r>
          </a:p>
          <a:p>
            <a:endParaRPr lang="en-US" sz="1600" b="0" i="0" noProof="0">
              <a:solidFill>
                <a:srgbClr val="94A3B8"/>
              </a:solidFill>
              <a:latin typeface="Helvetica Neue"/>
            </a:endParaRPr>
          </a:p>
          <a:p>
            <a:r>
              <a:rPr lang="en-US" sz="1600" b="0" i="0" noProof="0">
                <a:solidFill>
                  <a:srgbClr val="4ADE80"/>
                </a:solidFill>
                <a:latin typeface="Helvetica Neue"/>
              </a:rPr>
              <a:t>DevFest Milano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7" name="TextBox 6">
            <a:extLst>
              <a:ext uri="{FF2B5EF4-FFF2-40B4-BE49-F238E27FC236}">
                <a16:creationId xmlns:a16="http://schemas.microsoft.com/office/drawing/2014/main" id="{8F701386-B9F4-B853-287B-224B1F83D549}"/>
              </a:ext>
            </a:extLst>
          </p:cNvPr>
          <p:cNvSpPr txBox="1"/>
          <p:nvPr/>
        </p:nvSpPr>
        <p:spPr>
          <a:xfrm>
            <a:off x="5257800" y="1623060"/>
            <a:ext cx="6362700" cy="3129062"/>
          </a:xfrm>
          <a:prstGeom prst="rect">
            <a:avLst/>
          </a:prstGeom>
          <a:noFill/>
        </p:spPr>
        <p:txBody>
          <a:bodyPr wrap="square">
            <a:spAutoFit/>
          </a:bodyPr>
          <a:lstStyle/>
          <a:p>
            <a:pPr>
              <a:spcAft>
                <a:spcPts val="1600"/>
              </a:spcAft>
            </a:pPr>
            <a:r>
              <a:rPr lang="en-US" sz="3400" b="1" i="0" noProof="0">
                <a:solidFill>
                  <a:srgbClr val="F1F5F9"/>
                </a:solidFill>
                <a:latin typeface="Helvetica Neue"/>
              </a:rPr>
              <a:t>What happens when you decide to run all of your app’s AI right on the phone?</a:t>
            </a:r>
          </a:p>
          <a:p>
            <a:pPr>
              <a:spcAft>
                <a:spcPts val="1600"/>
              </a:spcAft>
            </a:pPr>
            <a:r>
              <a:rPr lang="en-US" sz="2400" noProof="0">
                <a:solidFill>
                  <a:srgbClr val="4ADE80"/>
                </a:solidFill>
                <a:latin typeface="Helvetica Neue"/>
              </a:rPr>
              <a:t>No cloud. No API keys. No photos of your users’ kitchens on a server.</a:t>
            </a:r>
          </a:p>
        </p:txBody>
      </p:sp>
      <p:sp>
        <p:nvSpPr>
          <p:cNvPr id="8" name="Rectangle 7">
            <a:extLst>
              <a:ext uri="{FF2B5EF4-FFF2-40B4-BE49-F238E27FC236}">
                <a16:creationId xmlns:a16="http://schemas.microsoft.com/office/drawing/2014/main" id="{AA1AC9E2-9F0C-2B25-B257-BB4F03A26B9B}"/>
              </a:ext>
            </a:extLst>
          </p:cNvPr>
          <p:cNvSpPr/>
          <p:nvPr/>
        </p:nvSpPr>
        <p:spPr>
          <a:xfrm>
            <a:off x="5270500" y="6041392"/>
            <a:ext cx="2011680" cy="5080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818455"/>
            <a:ext cx="6296860" cy="307082"/>
          </a:xfrm>
          <a:prstGeom prst="rect">
            <a:avLst/>
          </a:prstGeom>
          <a:noFill/>
          <a:ln/>
        </p:spPr>
        <p:txBody>
          <a:bodyPr wrap="none" lIns="0" tIns="0" rIns="0" bIns="0" rtlCol="0" anchor="t"/>
          <a:lstStyle/>
          <a:p>
            <a:pPr>
              <a:lnSpc>
                <a:spcPct val="108000"/>
              </a:lnSpc>
            </a:pPr>
            <a:r>
              <a:rPr lang="en-US" sz="1850" noProof="0">
                <a:solidFill>
                  <a:srgbClr val="49DE80"/>
                </a:solidFill>
                <a:latin typeface="Geist Bold" pitchFamily="34" charset="0"/>
                <a:ea typeface="Geist Bold" pitchFamily="34" charset="-122"/>
                <a:cs typeface="Geist Bold" pitchFamily="34" charset="-120"/>
              </a:rPr>
              <a:t>THE APP</a:t>
            </a:r>
          </a:p>
        </p:txBody>
      </p:sp>
      <p:sp>
        <p:nvSpPr>
          <p:cNvPr id="4" name="Text 1"/>
          <p:cNvSpPr/>
          <p:nvPr/>
        </p:nvSpPr>
        <p:spPr>
          <a:xfrm>
            <a:off x="5233360" y="1201142"/>
            <a:ext cx="6296860" cy="1228527"/>
          </a:xfrm>
          <a:prstGeom prst="rect">
            <a:avLst/>
          </a:prstGeom>
          <a:noFill/>
          <a:ln/>
        </p:spPr>
        <p:txBody>
          <a:bodyPr wrap="square" lIns="0" tIns="0" rIns="0" bIns="0" rtlCol="0" anchor="t">
            <a:noAutofit/>
          </a:bodyPr>
          <a:lstStyle/>
          <a:p>
            <a:pPr marL="0" indent="0" algn="l">
              <a:lnSpc>
                <a:spcPct val="108000"/>
              </a:lnSpc>
              <a:buNone/>
            </a:pPr>
            <a:r>
              <a:rPr lang="en-US" sz="3700" noProof="0">
                <a:solidFill>
                  <a:srgbClr val="F2F5FA"/>
                </a:solidFill>
                <a:latin typeface="Geist Bold" pitchFamily="34" charset="0"/>
                <a:ea typeface="Geist Bold" pitchFamily="34" charset="-122"/>
                <a:cs typeface="Geist Bold" pitchFamily="34" charset="-120"/>
              </a:rPr>
              <a:t>AI Pantry: scan your fridge, get dinner</a:t>
            </a: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10349" y="2715648"/>
            <a:ext cx="283461" cy="283468"/>
          </a:xfrm>
          <a:prstGeom prst="rect">
            <a:avLst/>
          </a:prstGeom>
        </p:spPr>
      </p:pic>
      <p:sp>
        <p:nvSpPr>
          <p:cNvPr id="6" name="Text 2"/>
          <p:cNvSpPr/>
          <p:nvPr/>
        </p:nvSpPr>
        <p:spPr>
          <a:xfrm>
            <a:off x="5847608" y="2697480"/>
            <a:ext cx="5682612" cy="594360"/>
          </a:xfrm>
          <a:prstGeom prst="rect">
            <a:avLst/>
          </a:prstGeom>
          <a:noFill/>
          <a:ln/>
        </p:spPr>
        <p:txBody>
          <a:bodyPr wrap="square" lIns="0" tIns="0" rIns="0" bIns="0" rtlCol="0" anchor="t">
            <a:noAutofit/>
          </a:bodyPr>
          <a:lstStyle/>
          <a:p>
            <a:pPr marL="0" indent="0" algn="l">
              <a:lnSpc>
                <a:spcPct val="108000"/>
              </a:lnSpc>
              <a:buNone/>
            </a:pPr>
            <a:r>
              <a:rPr lang="en-US" sz="1800" noProof="0">
                <a:solidFill>
                  <a:srgbClr val="EBEDF0"/>
                </a:solidFill>
                <a:latin typeface="Geist" pitchFamily="34" charset="0"/>
                <a:ea typeface="Geist" pitchFamily="34" charset="-122"/>
                <a:cs typeface="Geist" pitchFamily="34" charset="-120"/>
              </a:rPr>
              <a:t>Snap your fridge → it recognizes the ingredients</a:t>
            </a:r>
          </a:p>
        </p:txBody>
      </p:sp>
      <p:pic>
        <p:nvPicPr>
          <p:cNvPr id="7"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95491" y="3630462"/>
            <a:ext cx="283461" cy="283468"/>
          </a:xfrm>
          <a:prstGeom prst="rect">
            <a:avLst/>
          </a:prstGeom>
        </p:spPr>
      </p:pic>
      <p:sp>
        <p:nvSpPr>
          <p:cNvPr id="8" name="Text 3"/>
          <p:cNvSpPr/>
          <p:nvPr/>
        </p:nvSpPr>
        <p:spPr>
          <a:xfrm>
            <a:off x="5847608" y="3611880"/>
            <a:ext cx="5682612" cy="594360"/>
          </a:xfrm>
          <a:prstGeom prst="rect">
            <a:avLst/>
          </a:prstGeom>
          <a:noFill/>
          <a:ln/>
        </p:spPr>
        <p:txBody>
          <a:bodyPr wrap="none" lIns="0" tIns="0" rIns="0" bIns="0" rtlCol="0" anchor="t"/>
          <a:lstStyle/>
          <a:p>
            <a:pPr marL="0" indent="0" algn="l">
              <a:lnSpc>
                <a:spcPct val="108000"/>
              </a:lnSpc>
              <a:buNone/>
            </a:pPr>
            <a:r>
              <a:rPr lang="en-US" sz="1800" noProof="0">
                <a:solidFill>
                  <a:srgbClr val="EBEDF0"/>
                </a:solidFill>
                <a:latin typeface="Geist" pitchFamily="34" charset="0"/>
                <a:ea typeface="Geist" pitchFamily="34" charset="-122"/>
                <a:cs typeface="Geist" pitchFamily="34" charset="-120"/>
              </a:rPr>
              <a:t>It remembers your pantry</a:t>
            </a:r>
          </a:p>
        </p:txBody>
      </p:sp>
      <p:pic>
        <p:nvPicPr>
          <p:cNvPr id="9"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95492" y="4546402"/>
            <a:ext cx="283461" cy="283468"/>
          </a:xfrm>
          <a:prstGeom prst="rect">
            <a:avLst/>
          </a:prstGeom>
        </p:spPr>
      </p:pic>
      <p:sp>
        <p:nvSpPr>
          <p:cNvPr id="10" name="Text 4"/>
          <p:cNvSpPr/>
          <p:nvPr/>
        </p:nvSpPr>
        <p:spPr>
          <a:xfrm>
            <a:off x="5847608" y="4526280"/>
            <a:ext cx="5682612" cy="594360"/>
          </a:xfrm>
          <a:prstGeom prst="rect">
            <a:avLst/>
          </a:prstGeom>
          <a:noFill/>
          <a:ln/>
        </p:spPr>
        <p:txBody>
          <a:bodyPr wrap="square" lIns="0" tIns="0" rIns="0" bIns="0" rtlCol="0" anchor="t">
            <a:noAutofit/>
          </a:bodyPr>
          <a:lstStyle/>
          <a:p>
            <a:pPr marL="0" indent="0" algn="l">
              <a:lnSpc>
                <a:spcPct val="108000"/>
              </a:lnSpc>
              <a:buNone/>
            </a:pPr>
            <a:r>
              <a:rPr lang="en-US" sz="1800" noProof="0">
                <a:solidFill>
                  <a:srgbClr val="EBEDF0"/>
                </a:solidFill>
                <a:latin typeface="Geist" pitchFamily="34" charset="0"/>
                <a:ea typeface="Geist" pitchFamily="34" charset="-122"/>
                <a:cs typeface="Geist" pitchFamily="34" charset="-120"/>
              </a:rPr>
              <a:t>It suggests what to cook and writes the recipe</a:t>
            </a:r>
          </a:p>
        </p:txBody>
      </p:sp>
      <p:pic>
        <p:nvPicPr>
          <p:cNvPr id="11"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95491" y="5491460"/>
            <a:ext cx="283461" cy="283468"/>
          </a:xfrm>
          <a:prstGeom prst="rect">
            <a:avLst/>
          </a:prstGeom>
        </p:spPr>
      </p:pic>
      <p:sp>
        <p:nvSpPr>
          <p:cNvPr id="12" name="Text 5"/>
          <p:cNvSpPr/>
          <p:nvPr/>
        </p:nvSpPr>
        <p:spPr>
          <a:xfrm>
            <a:off x="5847608" y="5477256"/>
            <a:ext cx="5682612" cy="594360"/>
          </a:xfrm>
          <a:prstGeom prst="rect">
            <a:avLst/>
          </a:prstGeom>
          <a:noFill/>
          <a:ln/>
        </p:spPr>
        <p:txBody>
          <a:bodyPr wrap="none" lIns="0" tIns="0" rIns="0" bIns="0" rtlCol="0" anchor="t"/>
          <a:lstStyle/>
          <a:p>
            <a:pPr marL="0" indent="0" algn="l">
              <a:lnSpc>
                <a:spcPct val="108000"/>
              </a:lnSpc>
              <a:buNone/>
            </a:pPr>
            <a:r>
              <a:rPr lang="en-US" sz="1800" noProof="0">
                <a:solidFill>
                  <a:srgbClr val="EBEDF0"/>
                </a:solidFill>
                <a:latin typeface="Geist" pitchFamily="34" charset="0"/>
                <a:ea typeface="Geist" pitchFamily="34" charset="-122"/>
                <a:cs typeface="Geist" pitchFamily="34" charset="-120"/>
              </a:rPr>
              <a:t>100% on-device: photos and prompts stay on the phone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25400"/>
            <a:ext cx="4800480" cy="68834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0368" y="548640"/>
            <a:ext cx="6300216" cy="310896"/>
          </a:xfrm>
          <a:prstGeom prst="rect">
            <a:avLst/>
          </a:prstGeom>
          <a:noFill/>
          <a:ln/>
        </p:spPr>
        <p:txBody>
          <a:bodyPr wrap="none" lIns="0" tIns="0" rIns="0" bIns="0" rtlCol="0" anchor="t"/>
          <a:lstStyle/>
          <a:p>
            <a:pPr marL="0" indent="0" algn="l">
              <a:lnSpc>
                <a:spcPct val="108000"/>
              </a:lnSpc>
              <a:buNone/>
            </a:pPr>
            <a:r>
              <a:rPr lang="en-US" sz="1850" noProof="0">
                <a:solidFill>
                  <a:srgbClr val="49DE80"/>
                </a:solidFill>
                <a:latin typeface="Geist Bold"/>
                <a:ea typeface="Geist Bold"/>
                <a:cs typeface="Geist Bold"/>
              </a:rPr>
              <a:t>MOTIVATION</a:t>
            </a:r>
          </a:p>
        </p:txBody>
      </p:sp>
      <p:sp>
        <p:nvSpPr>
          <p:cNvPr id="4" name="Text 1"/>
          <p:cNvSpPr/>
          <p:nvPr/>
        </p:nvSpPr>
        <p:spPr>
          <a:xfrm>
            <a:off x="5230368" y="877824"/>
            <a:ext cx="6300216" cy="1188720"/>
          </a:xfrm>
          <a:prstGeom prst="rect">
            <a:avLst/>
          </a:prstGeom>
          <a:noFill/>
          <a:ln/>
        </p:spPr>
        <p:txBody>
          <a:bodyPr wrap="square" lIns="0" tIns="0" rIns="0" bIns="0" rtlCol="0" anchor="t">
            <a:noAutofit/>
          </a:bodyPr>
          <a:lstStyle/>
          <a:p>
            <a:pPr marL="0" indent="0" algn="l">
              <a:lnSpc>
                <a:spcPct val="108000"/>
              </a:lnSpc>
              <a:buNone/>
            </a:pPr>
            <a:r>
              <a:rPr lang="en-US" sz="3700" noProof="0">
                <a:solidFill>
                  <a:srgbClr val="F2F5FA"/>
                </a:solidFill>
                <a:latin typeface="Geist Bold"/>
                <a:ea typeface="Geist Bold"/>
                <a:cs typeface="Geist Bold"/>
              </a:rPr>
              <a:t>Why on-device?</a:t>
            </a:r>
          </a:p>
          <a:p>
            <a:pPr marL="0" indent="0" algn="l">
              <a:lnSpc>
                <a:spcPct val="108000"/>
              </a:lnSpc>
              <a:buNone/>
            </a:pPr>
            <a:r>
              <a:rPr lang="en-US" sz="3700" noProof="0">
                <a:solidFill>
                  <a:srgbClr val="F2F5FA"/>
                </a:solidFill>
                <a:latin typeface="Geist Bold"/>
                <a:ea typeface="Geist Bold"/>
                <a:cs typeface="Geist Bold"/>
              </a:rPr>
              <a:t>Privacy, first of all</a:t>
            </a:r>
          </a:p>
        </p:txBody>
      </p:sp>
      <p:sp>
        <p:nvSpPr>
          <p:cNvPr id="5" name="Rounded Rectangle 4"/>
          <p:cNvSpPr/>
          <p:nvPr/>
        </p:nvSpPr>
        <p:spPr>
          <a:xfrm>
            <a:off x="5230368" y="2240280"/>
            <a:ext cx="6300216" cy="875157"/>
          </a:xfrm>
          <a:prstGeom prst="roundRect">
            <a:avLst>
              <a:gd name="adj" fmla="val 7313"/>
            </a:avLst>
          </a:prstGeom>
          <a:solidFill>
            <a:srgbClr val="0F172A">
              <a:alpha val="95000"/>
            </a:srgbClr>
          </a:solidFill>
          <a:ln w="19050">
            <a:solidFill>
              <a:srgbClr val="49DE80"/>
            </a:solidFill>
          </a:ln>
        </p:spPr>
        <p:txBody>
          <a:bodyPr rtlCol="0" anchor="ctr"/>
          <a:lstStyle/>
          <a:p>
            <a:pPr algn="ctr"/>
            <a:endParaRPr lang="en-US" noProof="0"/>
          </a:p>
        </p:txBody>
      </p:sp>
      <p:sp>
        <p:nvSpPr>
          <p:cNvPr id="6" name="TextBox 5"/>
          <p:cNvSpPr txBox="1"/>
          <p:nvPr/>
        </p:nvSpPr>
        <p:spPr>
          <a:xfrm>
            <a:off x="5413248" y="2386584"/>
            <a:ext cx="5934455" cy="288544"/>
          </a:xfrm>
          <a:prstGeom prst="rect">
            <a:avLst/>
          </a:prstGeom>
          <a:noFill/>
        </p:spPr>
        <p:txBody>
          <a:bodyPr wrap="square" lIns="0" tIns="0" rIns="0" bIns="0" anchor="t">
            <a:noAutofit/>
          </a:bodyPr>
          <a:lstStyle/>
          <a:p>
            <a:pPr marL="0" indent="0" algn="l">
              <a:lnSpc>
                <a:spcPct val="100000"/>
              </a:lnSpc>
              <a:buNone/>
            </a:pPr>
            <a:r>
              <a:rPr lang="en-US" sz="1900" noProof="0">
                <a:solidFill>
                  <a:srgbClr val="F2F5FA"/>
                </a:solidFill>
                <a:latin typeface="Geist Bold"/>
                <a:ea typeface="Geist Bold"/>
                <a:cs typeface="Geist Bold"/>
              </a:rPr>
              <a:t>No server sees the photos</a:t>
            </a:r>
            <a:endParaRPr lang="en-US" sz="1900" noProof="0"/>
          </a:p>
        </p:txBody>
      </p:sp>
      <p:sp>
        <p:nvSpPr>
          <p:cNvPr id="7" name="TextBox 6"/>
          <p:cNvSpPr txBox="1"/>
          <p:nvPr/>
        </p:nvSpPr>
        <p:spPr>
          <a:xfrm>
            <a:off x="5413248" y="2720848"/>
            <a:ext cx="5934455" cy="266573"/>
          </a:xfrm>
          <a:prstGeom prst="rect">
            <a:avLst/>
          </a:prstGeom>
          <a:noFill/>
        </p:spPr>
        <p:txBody>
          <a:bodyPr wrap="square" lIns="0" tIns="0" rIns="0" bIns="0" anchor="t">
            <a:noAutofit/>
          </a:bodyPr>
          <a:lstStyle/>
          <a:p>
            <a:pPr marL="0" indent="0" algn="l">
              <a:lnSpc>
                <a:spcPct val="100000"/>
              </a:lnSpc>
              <a:buNone/>
            </a:pPr>
            <a:r>
              <a:rPr lang="en-US" sz="1700" noProof="0">
                <a:solidFill>
                  <a:srgbClr val="94A3B8"/>
                </a:solidFill>
                <a:latin typeface="Helvetica Neue"/>
                <a:ea typeface="Helvetica Neue"/>
                <a:cs typeface="Helvetica Neue"/>
              </a:rPr>
              <a:t>Kitchen photos never leave the phone.</a:t>
            </a:r>
            <a:endParaRPr lang="en-US" sz="1700" noProof="0">
              <a:solidFill>
                <a:srgbClr val="94A3B8"/>
              </a:solidFill>
            </a:endParaRPr>
          </a:p>
        </p:txBody>
      </p:sp>
      <p:sp>
        <p:nvSpPr>
          <p:cNvPr id="8" name="Rounded Rectangle 7"/>
          <p:cNvSpPr/>
          <p:nvPr/>
        </p:nvSpPr>
        <p:spPr>
          <a:xfrm>
            <a:off x="5230368" y="3225165"/>
            <a:ext cx="6300216" cy="875157"/>
          </a:xfrm>
          <a:prstGeom prst="roundRect">
            <a:avLst>
              <a:gd name="adj" fmla="val 7313"/>
            </a:avLst>
          </a:prstGeom>
          <a:solidFill>
            <a:srgbClr val="0F172A">
              <a:alpha val="95000"/>
            </a:srgbClr>
          </a:solidFill>
          <a:ln w="19050">
            <a:solidFill>
              <a:srgbClr val="49DE80"/>
            </a:solidFill>
          </a:ln>
        </p:spPr>
        <p:txBody>
          <a:bodyPr rtlCol="0" anchor="ctr"/>
          <a:lstStyle/>
          <a:p>
            <a:pPr algn="ctr"/>
            <a:endParaRPr lang="en-US" noProof="0"/>
          </a:p>
        </p:txBody>
      </p:sp>
      <p:sp>
        <p:nvSpPr>
          <p:cNvPr id="9" name="TextBox 8"/>
          <p:cNvSpPr txBox="1"/>
          <p:nvPr/>
        </p:nvSpPr>
        <p:spPr>
          <a:xfrm>
            <a:off x="5413248" y="3371469"/>
            <a:ext cx="5934455" cy="288544"/>
          </a:xfrm>
          <a:prstGeom prst="rect">
            <a:avLst/>
          </a:prstGeom>
          <a:noFill/>
        </p:spPr>
        <p:txBody>
          <a:bodyPr wrap="square" lIns="0" tIns="0" rIns="0" bIns="0" anchor="t">
            <a:noAutofit/>
          </a:bodyPr>
          <a:lstStyle/>
          <a:p>
            <a:r>
              <a:rPr lang="en-US" sz="1900" noProof="0">
                <a:solidFill>
                  <a:srgbClr val="F2F5FA"/>
                </a:solidFill>
                <a:latin typeface="Geist Bold"/>
                <a:ea typeface="Geist Bold"/>
                <a:cs typeface="Geist Bold"/>
              </a:rPr>
              <a:t>No </a:t>
            </a:r>
            <a:r>
              <a:rPr lang="en-US" sz="2000" noProof="0">
                <a:solidFill>
                  <a:srgbClr val="EBEDF0"/>
                </a:solidFill>
                <a:latin typeface="Geist Bold" pitchFamily="34" charset="0"/>
                <a:ea typeface="Geist Bold" pitchFamily="34" charset="-122"/>
                <a:cs typeface="Geist Bold" pitchFamily="34" charset="-120"/>
              </a:rPr>
              <a:t>Data Processing Agreement (DPA)</a:t>
            </a:r>
            <a:endParaRPr lang="en-US" sz="1900" noProof="0"/>
          </a:p>
        </p:txBody>
      </p:sp>
      <p:sp>
        <p:nvSpPr>
          <p:cNvPr id="10" name="TextBox 9"/>
          <p:cNvSpPr txBox="1"/>
          <p:nvPr/>
        </p:nvSpPr>
        <p:spPr>
          <a:xfrm>
            <a:off x="5413248" y="3705733"/>
            <a:ext cx="5934455" cy="266573"/>
          </a:xfrm>
          <a:prstGeom prst="rect">
            <a:avLst/>
          </a:prstGeom>
          <a:noFill/>
        </p:spPr>
        <p:txBody>
          <a:bodyPr wrap="square" lIns="0" tIns="0" rIns="0" bIns="0" anchor="t">
            <a:noAutofit/>
          </a:bodyPr>
          <a:lstStyle/>
          <a:p>
            <a:pPr marL="0" indent="0" algn="l">
              <a:lnSpc>
                <a:spcPct val="100000"/>
              </a:lnSpc>
              <a:buNone/>
            </a:pPr>
            <a:r>
              <a:rPr lang="en-US" sz="1700" noProof="0">
                <a:solidFill>
                  <a:srgbClr val="94A3B8"/>
                </a:solidFill>
                <a:latin typeface="Helvetica Neue"/>
                <a:ea typeface="Helvetica Neue"/>
                <a:cs typeface="Helvetica Neue"/>
              </a:rPr>
              <a:t>No vendor receives the photos: nothing to sign.</a:t>
            </a:r>
            <a:endParaRPr lang="en-US" sz="1700" noProof="0">
              <a:solidFill>
                <a:srgbClr val="94A3B8"/>
              </a:solidFill>
            </a:endParaRPr>
          </a:p>
        </p:txBody>
      </p:sp>
      <p:sp>
        <p:nvSpPr>
          <p:cNvPr id="11" name="Rounded Rectangle 10"/>
          <p:cNvSpPr/>
          <p:nvPr/>
        </p:nvSpPr>
        <p:spPr>
          <a:xfrm>
            <a:off x="5230368" y="4210050"/>
            <a:ext cx="6300216" cy="875157"/>
          </a:xfrm>
          <a:prstGeom prst="roundRect">
            <a:avLst>
              <a:gd name="adj" fmla="val 7313"/>
            </a:avLst>
          </a:prstGeom>
          <a:solidFill>
            <a:srgbClr val="0F172A">
              <a:alpha val="95000"/>
            </a:srgbClr>
          </a:solidFill>
          <a:ln w="19050">
            <a:solidFill>
              <a:srgbClr val="49DE80"/>
            </a:solidFill>
          </a:ln>
        </p:spPr>
        <p:txBody>
          <a:bodyPr rtlCol="0" anchor="ctr"/>
          <a:lstStyle/>
          <a:p>
            <a:pPr algn="ctr"/>
            <a:endParaRPr lang="en-US" noProof="0"/>
          </a:p>
        </p:txBody>
      </p:sp>
      <p:sp>
        <p:nvSpPr>
          <p:cNvPr id="12" name="TextBox 11"/>
          <p:cNvSpPr txBox="1"/>
          <p:nvPr/>
        </p:nvSpPr>
        <p:spPr>
          <a:xfrm>
            <a:off x="5413248" y="4356354"/>
            <a:ext cx="5934455" cy="288544"/>
          </a:xfrm>
          <a:prstGeom prst="rect">
            <a:avLst/>
          </a:prstGeom>
          <a:noFill/>
        </p:spPr>
        <p:txBody>
          <a:bodyPr wrap="square" lIns="0" tIns="0" rIns="0" bIns="0" anchor="t">
            <a:noAutofit/>
          </a:bodyPr>
          <a:lstStyle/>
          <a:p>
            <a:r>
              <a:rPr lang="en-US" sz="1900" noProof="0">
                <a:solidFill>
                  <a:srgbClr val="F2F5FA"/>
                </a:solidFill>
                <a:latin typeface="Geist Bold"/>
                <a:ea typeface="Geist Bold"/>
                <a:cs typeface="Geist Bold"/>
              </a:rPr>
              <a:t>No </a:t>
            </a:r>
            <a:r>
              <a:rPr lang="en-US" sz="2000" noProof="0">
                <a:solidFill>
                  <a:srgbClr val="EBEDF0"/>
                </a:solidFill>
                <a:latin typeface="Geist Bold" pitchFamily="34" charset="0"/>
                <a:ea typeface="Geist Bold" pitchFamily="34" charset="-122"/>
                <a:cs typeface="Geist Bold" pitchFamily="34" charset="-120"/>
              </a:rPr>
              <a:t>data retention problem</a:t>
            </a:r>
            <a:endParaRPr lang="en-US" sz="1900" noProof="0"/>
          </a:p>
        </p:txBody>
      </p:sp>
      <p:sp>
        <p:nvSpPr>
          <p:cNvPr id="13" name="TextBox 12"/>
          <p:cNvSpPr txBox="1"/>
          <p:nvPr/>
        </p:nvSpPr>
        <p:spPr>
          <a:xfrm>
            <a:off x="5413248" y="4690618"/>
            <a:ext cx="5934455" cy="266573"/>
          </a:xfrm>
          <a:prstGeom prst="rect">
            <a:avLst/>
          </a:prstGeom>
          <a:noFill/>
        </p:spPr>
        <p:txBody>
          <a:bodyPr wrap="square" lIns="0" tIns="0" rIns="0" bIns="0" anchor="t">
            <a:noAutofit/>
          </a:bodyPr>
          <a:lstStyle/>
          <a:p>
            <a:pPr marL="0" indent="0" algn="l">
              <a:lnSpc>
                <a:spcPct val="100000"/>
              </a:lnSpc>
              <a:buNone/>
            </a:pPr>
            <a:r>
              <a:rPr lang="en-US" sz="1700" noProof="0">
                <a:solidFill>
                  <a:srgbClr val="94A3B8"/>
                </a:solidFill>
                <a:latin typeface="Helvetica Neue"/>
                <a:ea typeface="Helvetica Neue"/>
                <a:cs typeface="Helvetica Neue"/>
              </a:rPr>
              <a:t>If you never store the data, retention is a non-issue.</a:t>
            </a:r>
          </a:p>
        </p:txBody>
      </p:sp>
      <p:sp>
        <p:nvSpPr>
          <p:cNvPr id="14" name="Rounded Rectangle 13"/>
          <p:cNvSpPr/>
          <p:nvPr/>
        </p:nvSpPr>
        <p:spPr>
          <a:xfrm>
            <a:off x="5230368" y="5194935"/>
            <a:ext cx="6300216" cy="875157"/>
          </a:xfrm>
          <a:prstGeom prst="roundRect">
            <a:avLst>
              <a:gd name="adj" fmla="val 7313"/>
            </a:avLst>
          </a:prstGeom>
          <a:solidFill>
            <a:srgbClr val="0F172A">
              <a:alpha val="95000"/>
            </a:srgbClr>
          </a:solidFill>
          <a:ln w="19050">
            <a:solidFill>
              <a:srgbClr val="49DE80"/>
            </a:solidFill>
          </a:ln>
        </p:spPr>
        <p:txBody>
          <a:bodyPr rtlCol="0" anchor="ctr"/>
          <a:lstStyle/>
          <a:p>
            <a:pPr algn="ctr"/>
            <a:endParaRPr lang="en-US" noProof="0"/>
          </a:p>
        </p:txBody>
      </p:sp>
      <p:sp>
        <p:nvSpPr>
          <p:cNvPr id="15" name="TextBox 14"/>
          <p:cNvSpPr txBox="1"/>
          <p:nvPr/>
        </p:nvSpPr>
        <p:spPr>
          <a:xfrm>
            <a:off x="5413248" y="5341239"/>
            <a:ext cx="5934455" cy="288544"/>
          </a:xfrm>
          <a:prstGeom prst="rect">
            <a:avLst/>
          </a:prstGeom>
          <a:noFill/>
        </p:spPr>
        <p:txBody>
          <a:bodyPr wrap="square" lIns="0" tIns="0" rIns="0" bIns="0" anchor="t">
            <a:noAutofit/>
          </a:bodyPr>
          <a:lstStyle/>
          <a:p>
            <a:pPr marL="0" indent="0" algn="l">
              <a:lnSpc>
                <a:spcPct val="100000"/>
              </a:lnSpc>
              <a:buNone/>
            </a:pPr>
            <a:r>
              <a:rPr lang="en-US" sz="1900" noProof="0">
                <a:solidFill>
                  <a:srgbClr val="F2F5FA"/>
                </a:solidFill>
                <a:latin typeface="Geist Bold"/>
                <a:ea typeface="Geist Bold"/>
                <a:cs typeface="Geist Bold"/>
              </a:rPr>
              <a:t>No logs to leak</a:t>
            </a:r>
            <a:endParaRPr lang="en-US" sz="1900" noProof="0"/>
          </a:p>
        </p:txBody>
      </p:sp>
      <p:sp>
        <p:nvSpPr>
          <p:cNvPr id="16" name="TextBox 15"/>
          <p:cNvSpPr txBox="1"/>
          <p:nvPr/>
        </p:nvSpPr>
        <p:spPr>
          <a:xfrm>
            <a:off x="5413248" y="5675503"/>
            <a:ext cx="5934455" cy="266573"/>
          </a:xfrm>
          <a:prstGeom prst="rect">
            <a:avLst/>
          </a:prstGeom>
          <a:noFill/>
        </p:spPr>
        <p:txBody>
          <a:bodyPr wrap="square" lIns="0" tIns="0" rIns="0" bIns="0" anchor="t">
            <a:noAutofit/>
          </a:bodyPr>
          <a:lstStyle/>
          <a:p>
            <a:pPr marL="0" indent="0" algn="l">
              <a:lnSpc>
                <a:spcPct val="100000"/>
              </a:lnSpc>
              <a:buNone/>
            </a:pPr>
            <a:r>
              <a:rPr lang="en-US" sz="1700" noProof="0">
                <a:solidFill>
                  <a:srgbClr val="94A3B8"/>
                </a:solidFill>
                <a:latin typeface="Helvetica Neue"/>
                <a:ea typeface="Helvetica Neue"/>
                <a:cs typeface="Helvetica Neue"/>
              </a:rPr>
              <a:t>The safest data is the data you never collected.</a:t>
            </a:r>
            <a:endParaRPr lang="en-US" sz="1700" noProof="0">
              <a:solidFill>
                <a:srgbClr val="94A3B8"/>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566928"/>
            <a:ext cx="10872216" cy="310896"/>
          </a:xfrm>
          <a:prstGeom prst="rect">
            <a:avLst/>
          </a:prstGeom>
          <a:noFill/>
          <a:ln/>
        </p:spPr>
        <p:txBody>
          <a:bodyPr wrap="none" lIns="0" tIns="0" rIns="0" bIns="0" rtlCol="0" anchor="t"/>
          <a:lstStyle/>
          <a:p>
            <a:pPr marL="0" indent="0" algn="l">
              <a:lnSpc>
                <a:spcPct val="108000"/>
              </a:lnSpc>
              <a:buNone/>
            </a:pPr>
            <a:r>
              <a:rPr lang="en-US" sz="1850" noProof="0">
                <a:solidFill>
                  <a:srgbClr val="49DE80"/>
                </a:solidFill>
                <a:latin typeface="Geist Bold"/>
                <a:ea typeface="Geist Bold"/>
                <a:cs typeface="Geist Bold"/>
              </a:rPr>
              <a:t>MOTIVATION</a:t>
            </a:r>
          </a:p>
        </p:txBody>
      </p:sp>
      <p:sp>
        <p:nvSpPr>
          <p:cNvPr id="3" name="Text 1"/>
          <p:cNvSpPr/>
          <p:nvPr/>
        </p:nvSpPr>
        <p:spPr>
          <a:xfrm>
            <a:off x="658368" y="908304"/>
            <a:ext cx="10872216" cy="594360"/>
          </a:xfrm>
          <a:prstGeom prst="rect">
            <a:avLst/>
          </a:prstGeom>
          <a:noFill/>
          <a:ln/>
        </p:spPr>
        <p:txBody>
          <a:bodyPr wrap="none" lIns="0" tIns="0" rIns="0" bIns="0" rtlCol="0" anchor="t"/>
          <a:lstStyle/>
          <a:p>
            <a:pPr marL="0" indent="0" algn="l">
              <a:lnSpc>
                <a:spcPct val="108000"/>
              </a:lnSpc>
              <a:buNone/>
            </a:pPr>
            <a:r>
              <a:rPr lang="en-US" sz="3700" noProof="0">
                <a:solidFill>
                  <a:srgbClr val="F2F5FA"/>
                </a:solidFill>
                <a:latin typeface="Geist Bold"/>
                <a:ea typeface="Geist Bold"/>
                <a:cs typeface="Geist Bold"/>
              </a:rPr>
              <a:t>…then resilience and cost</a:t>
            </a:r>
          </a:p>
        </p:txBody>
      </p:sp>
      <p:sp>
        <p:nvSpPr>
          <p:cNvPr id="4" name="Rounded Rectangle 3"/>
          <p:cNvSpPr/>
          <p:nvPr/>
        </p:nvSpPr>
        <p:spPr>
          <a:xfrm>
            <a:off x="658368" y="2292096"/>
            <a:ext cx="5340096" cy="1448816"/>
          </a:xfrm>
          <a:prstGeom prst="roundRect">
            <a:avLst>
              <a:gd name="adj" fmla="val 5105"/>
            </a:avLst>
          </a:prstGeom>
          <a:solidFill>
            <a:srgbClr val="0F172A">
              <a:alpha val="95000"/>
            </a:srgbClr>
          </a:solidFill>
          <a:ln w="19050">
            <a:solidFill>
              <a:srgbClr val="49DE80"/>
            </a:solidFill>
          </a:ln>
        </p:spPr>
        <p:txBody>
          <a:bodyPr rtlCol="0" anchor="ctr"/>
          <a:lstStyle/>
          <a:p>
            <a:pPr algn="ctr"/>
            <a:endParaRPr lang="en-US" noProof="0"/>
          </a:p>
        </p:txBody>
      </p:sp>
      <p:sp>
        <p:nvSpPr>
          <p:cNvPr id="5" name="TextBox 4"/>
          <p:cNvSpPr txBox="1"/>
          <p:nvPr/>
        </p:nvSpPr>
        <p:spPr>
          <a:xfrm>
            <a:off x="841247" y="2438400"/>
            <a:ext cx="4974336" cy="331216"/>
          </a:xfrm>
          <a:prstGeom prst="rect">
            <a:avLst/>
          </a:prstGeom>
          <a:noFill/>
        </p:spPr>
        <p:txBody>
          <a:bodyPr wrap="square" lIns="0" tIns="0" rIns="0" bIns="0" anchor="t">
            <a:noAutofit/>
          </a:bodyPr>
          <a:lstStyle/>
          <a:p>
            <a:pPr marL="0" indent="0" algn="l">
              <a:lnSpc>
                <a:spcPct val="100000"/>
              </a:lnSpc>
              <a:buNone/>
            </a:pPr>
            <a:r>
              <a:rPr lang="en-US" sz="2350" noProof="0">
                <a:solidFill>
                  <a:srgbClr val="F2F5FA"/>
                </a:solidFill>
                <a:latin typeface="Geist Bold"/>
                <a:ea typeface="Geist Bold"/>
                <a:cs typeface="Geist Bold"/>
              </a:rPr>
              <a:t>Works without internet</a:t>
            </a:r>
            <a:endParaRPr lang="en-US" sz="2350" noProof="0"/>
          </a:p>
        </p:txBody>
      </p:sp>
      <p:sp>
        <p:nvSpPr>
          <p:cNvPr id="6" name="TextBox 5"/>
          <p:cNvSpPr txBox="1"/>
          <p:nvPr/>
        </p:nvSpPr>
        <p:spPr>
          <a:xfrm>
            <a:off x="841247" y="2925064"/>
            <a:ext cx="4974336" cy="602488"/>
          </a:xfrm>
          <a:prstGeom prst="rect">
            <a:avLst/>
          </a:prstGeom>
          <a:noFill/>
        </p:spPr>
        <p:txBody>
          <a:bodyPr wrap="square" lIns="0" tIns="0" rIns="0" bIns="0" anchor="t">
            <a:noAutofit/>
          </a:bodyPr>
          <a:lstStyle/>
          <a:p>
            <a:pPr marL="0" indent="0" algn="l">
              <a:lnSpc>
                <a:spcPct val="100000"/>
              </a:lnSpc>
              <a:buNone/>
            </a:pPr>
            <a:r>
              <a:rPr lang="en-US" sz="1900" noProof="0">
                <a:solidFill>
                  <a:srgbClr val="94A3B8"/>
                </a:solidFill>
                <a:latin typeface="Helvetica Neue"/>
                <a:ea typeface="Helvetica Neue"/>
                <a:cs typeface="Helvetica Neue"/>
              </a:rPr>
              <a:t>No network, airplane mode, weak signal (even in basement kitchens)</a:t>
            </a:r>
            <a:endParaRPr lang="en-US" sz="1900" noProof="0">
              <a:solidFill>
                <a:srgbClr val="94A3B8"/>
              </a:solidFill>
            </a:endParaRPr>
          </a:p>
        </p:txBody>
      </p:sp>
      <p:sp>
        <p:nvSpPr>
          <p:cNvPr id="7" name="Rounded Rectangle 6"/>
          <p:cNvSpPr/>
          <p:nvPr/>
        </p:nvSpPr>
        <p:spPr>
          <a:xfrm>
            <a:off x="6190488" y="2292096"/>
            <a:ext cx="5340096" cy="1448816"/>
          </a:xfrm>
          <a:prstGeom prst="roundRect">
            <a:avLst>
              <a:gd name="adj" fmla="val 5105"/>
            </a:avLst>
          </a:prstGeom>
          <a:solidFill>
            <a:srgbClr val="0F172A">
              <a:alpha val="95000"/>
            </a:srgbClr>
          </a:solidFill>
          <a:ln w="19050">
            <a:solidFill>
              <a:srgbClr val="49DE80"/>
            </a:solidFill>
          </a:ln>
        </p:spPr>
        <p:txBody>
          <a:bodyPr rtlCol="0" anchor="ctr"/>
          <a:lstStyle/>
          <a:p>
            <a:pPr algn="ctr"/>
            <a:endParaRPr lang="en-US" noProof="0"/>
          </a:p>
        </p:txBody>
      </p:sp>
      <p:sp>
        <p:nvSpPr>
          <p:cNvPr id="8" name="TextBox 7"/>
          <p:cNvSpPr txBox="1"/>
          <p:nvPr/>
        </p:nvSpPr>
        <p:spPr>
          <a:xfrm>
            <a:off x="6373368" y="2438400"/>
            <a:ext cx="4974336" cy="331216"/>
          </a:xfrm>
          <a:prstGeom prst="rect">
            <a:avLst/>
          </a:prstGeom>
          <a:noFill/>
        </p:spPr>
        <p:txBody>
          <a:bodyPr wrap="square" lIns="0" tIns="0" rIns="0" bIns="0" anchor="t">
            <a:noAutofit/>
          </a:bodyPr>
          <a:lstStyle/>
          <a:p>
            <a:pPr marL="0" indent="0" algn="l">
              <a:lnSpc>
                <a:spcPct val="100000"/>
              </a:lnSpc>
              <a:buNone/>
            </a:pPr>
            <a:r>
              <a:rPr lang="en-US" sz="2350" noProof="0">
                <a:solidFill>
                  <a:srgbClr val="F2F5FA"/>
                </a:solidFill>
                <a:latin typeface="Geist Bold"/>
                <a:ea typeface="Geist Bold"/>
                <a:cs typeface="Geist Bold"/>
              </a:rPr>
              <a:t>No round trip to the server</a:t>
            </a:r>
            <a:endParaRPr lang="en-US" sz="2350" noProof="0"/>
          </a:p>
        </p:txBody>
      </p:sp>
      <p:sp>
        <p:nvSpPr>
          <p:cNvPr id="9" name="TextBox 8"/>
          <p:cNvSpPr txBox="1"/>
          <p:nvPr/>
        </p:nvSpPr>
        <p:spPr>
          <a:xfrm>
            <a:off x="6373368" y="2925064"/>
            <a:ext cx="4974336" cy="602488"/>
          </a:xfrm>
          <a:prstGeom prst="rect">
            <a:avLst/>
          </a:prstGeom>
          <a:noFill/>
        </p:spPr>
        <p:txBody>
          <a:bodyPr wrap="square" lIns="0" tIns="0" rIns="0" bIns="0" anchor="t">
            <a:noAutofit/>
          </a:bodyPr>
          <a:lstStyle/>
          <a:p>
            <a:pPr marL="0" indent="0" algn="l">
              <a:lnSpc>
                <a:spcPct val="100000"/>
              </a:lnSpc>
              <a:buNone/>
            </a:pPr>
            <a:r>
              <a:rPr lang="en-US" sz="1900" noProof="0">
                <a:solidFill>
                  <a:srgbClr val="94A3B8"/>
                </a:solidFill>
                <a:latin typeface="Helvetica Neue"/>
                <a:ea typeface="Helvetica Neue"/>
                <a:cs typeface="Helvetica Neue"/>
              </a:rPr>
              <a:t>No network latency: the “backend” is already in your pocket.</a:t>
            </a:r>
            <a:endParaRPr lang="en-US" sz="1900" noProof="0">
              <a:solidFill>
                <a:srgbClr val="94A3B8"/>
              </a:solidFill>
            </a:endParaRPr>
          </a:p>
        </p:txBody>
      </p:sp>
      <p:sp>
        <p:nvSpPr>
          <p:cNvPr id="10" name="Rounded Rectangle 9"/>
          <p:cNvSpPr/>
          <p:nvPr/>
        </p:nvSpPr>
        <p:spPr>
          <a:xfrm>
            <a:off x="658368" y="3981704"/>
            <a:ext cx="5340096" cy="1448816"/>
          </a:xfrm>
          <a:prstGeom prst="roundRect">
            <a:avLst>
              <a:gd name="adj" fmla="val 4085"/>
            </a:avLst>
          </a:prstGeom>
          <a:solidFill>
            <a:srgbClr val="0F172A">
              <a:alpha val="95000"/>
            </a:srgbClr>
          </a:solidFill>
          <a:ln w="19050">
            <a:solidFill>
              <a:srgbClr val="49DE80"/>
            </a:solidFill>
          </a:ln>
        </p:spPr>
        <p:txBody>
          <a:bodyPr rtlCol="0" anchor="ctr"/>
          <a:lstStyle/>
          <a:p>
            <a:pPr algn="ctr"/>
            <a:endParaRPr lang="en-US" noProof="0"/>
          </a:p>
        </p:txBody>
      </p:sp>
      <p:sp>
        <p:nvSpPr>
          <p:cNvPr id="11" name="TextBox 10"/>
          <p:cNvSpPr txBox="1"/>
          <p:nvPr/>
        </p:nvSpPr>
        <p:spPr>
          <a:xfrm>
            <a:off x="841246" y="4128008"/>
            <a:ext cx="5157215" cy="644144"/>
          </a:xfrm>
          <a:prstGeom prst="rect">
            <a:avLst/>
          </a:prstGeom>
          <a:noFill/>
        </p:spPr>
        <p:txBody>
          <a:bodyPr wrap="square" lIns="0" tIns="0" rIns="0" bIns="0" anchor="t">
            <a:noAutofit/>
          </a:bodyPr>
          <a:lstStyle/>
          <a:p>
            <a:pPr marL="0" indent="0" algn="l">
              <a:lnSpc>
                <a:spcPct val="100000"/>
              </a:lnSpc>
              <a:buNone/>
            </a:pPr>
            <a:r>
              <a:rPr lang="en-US" sz="2350" noProof="0">
                <a:solidFill>
                  <a:srgbClr val="F2F5FA"/>
                </a:solidFill>
                <a:latin typeface="Geist Bold"/>
                <a:ea typeface="Geist Bold"/>
                <a:cs typeface="Geist Bold"/>
              </a:rPr>
              <a:t>Cloud cost grows with usage</a:t>
            </a:r>
            <a:endParaRPr lang="en-US" sz="2350" noProof="0"/>
          </a:p>
        </p:txBody>
      </p:sp>
      <p:sp>
        <p:nvSpPr>
          <p:cNvPr id="12" name="TextBox 11"/>
          <p:cNvSpPr txBox="1"/>
          <p:nvPr/>
        </p:nvSpPr>
        <p:spPr>
          <a:xfrm>
            <a:off x="841247" y="4614672"/>
            <a:ext cx="4974336" cy="602488"/>
          </a:xfrm>
          <a:prstGeom prst="rect">
            <a:avLst/>
          </a:prstGeom>
          <a:noFill/>
        </p:spPr>
        <p:txBody>
          <a:bodyPr wrap="square" lIns="0" tIns="0" rIns="0" bIns="0" anchor="t">
            <a:noAutofit/>
          </a:bodyPr>
          <a:lstStyle/>
          <a:p>
            <a:pPr marL="0" indent="0" algn="l">
              <a:lnSpc>
                <a:spcPct val="100000"/>
              </a:lnSpc>
              <a:buNone/>
            </a:pPr>
            <a:r>
              <a:rPr lang="en-US" sz="1900" noProof="0">
                <a:solidFill>
                  <a:srgbClr val="94A3B8"/>
                </a:solidFill>
                <a:latin typeface="Helvetica Neue"/>
                <a:ea typeface="Helvetica Neue"/>
                <a:cs typeface="Helvetica Neue"/>
              </a:rPr>
              <a:t>You pay for every photo, for every user, every day.</a:t>
            </a:r>
            <a:endParaRPr lang="en-US" sz="1900" noProof="0">
              <a:solidFill>
                <a:srgbClr val="94A3B8"/>
              </a:solidFill>
            </a:endParaRPr>
          </a:p>
        </p:txBody>
      </p:sp>
      <p:sp>
        <p:nvSpPr>
          <p:cNvPr id="13" name="Rounded Rectangle 12"/>
          <p:cNvSpPr/>
          <p:nvPr/>
        </p:nvSpPr>
        <p:spPr>
          <a:xfrm>
            <a:off x="6190488" y="3981704"/>
            <a:ext cx="5340096" cy="1448816"/>
          </a:xfrm>
          <a:prstGeom prst="roundRect">
            <a:avLst>
              <a:gd name="adj" fmla="val 4085"/>
            </a:avLst>
          </a:prstGeom>
          <a:solidFill>
            <a:srgbClr val="0F172A">
              <a:alpha val="95000"/>
            </a:srgbClr>
          </a:solidFill>
          <a:ln w="19050">
            <a:solidFill>
              <a:srgbClr val="49DE80"/>
            </a:solidFill>
          </a:ln>
        </p:spPr>
        <p:txBody>
          <a:bodyPr rtlCol="0" anchor="ctr"/>
          <a:lstStyle/>
          <a:p>
            <a:pPr algn="ctr"/>
            <a:endParaRPr lang="en-US" noProof="0"/>
          </a:p>
        </p:txBody>
      </p:sp>
      <p:sp>
        <p:nvSpPr>
          <p:cNvPr id="14" name="TextBox 13"/>
          <p:cNvSpPr txBox="1"/>
          <p:nvPr/>
        </p:nvSpPr>
        <p:spPr>
          <a:xfrm>
            <a:off x="6373368" y="4128008"/>
            <a:ext cx="4974336" cy="331216"/>
          </a:xfrm>
          <a:prstGeom prst="rect">
            <a:avLst/>
          </a:prstGeom>
          <a:noFill/>
        </p:spPr>
        <p:txBody>
          <a:bodyPr wrap="square" lIns="0" tIns="0" rIns="0" bIns="0" anchor="t">
            <a:noAutofit/>
          </a:bodyPr>
          <a:lstStyle/>
          <a:p>
            <a:pPr marL="0" indent="0" algn="l">
              <a:lnSpc>
                <a:spcPct val="100000"/>
              </a:lnSpc>
              <a:buNone/>
            </a:pPr>
            <a:r>
              <a:rPr lang="en-US" sz="2350" noProof="0">
                <a:solidFill>
                  <a:srgbClr val="F2F5FA"/>
                </a:solidFill>
                <a:latin typeface="Geist Bold"/>
                <a:ea typeface="Geist Bold"/>
                <a:cs typeface="Geist Bold"/>
              </a:rPr>
              <a:t>On-device flips the cost</a:t>
            </a:r>
            <a:endParaRPr lang="en-US" sz="2350" noProof="0"/>
          </a:p>
        </p:txBody>
      </p:sp>
      <p:sp>
        <p:nvSpPr>
          <p:cNvPr id="15" name="TextBox 14"/>
          <p:cNvSpPr txBox="1"/>
          <p:nvPr/>
        </p:nvSpPr>
        <p:spPr>
          <a:xfrm>
            <a:off x="6373368" y="4614672"/>
            <a:ext cx="4974336" cy="602488"/>
          </a:xfrm>
          <a:prstGeom prst="rect">
            <a:avLst/>
          </a:prstGeom>
          <a:noFill/>
        </p:spPr>
        <p:txBody>
          <a:bodyPr wrap="square" lIns="0" tIns="0" rIns="0" bIns="0" anchor="t">
            <a:noAutofit/>
          </a:bodyPr>
          <a:lstStyle/>
          <a:p>
            <a:pPr marL="0" indent="0" algn="l">
              <a:lnSpc>
                <a:spcPct val="100000"/>
              </a:lnSpc>
              <a:buNone/>
            </a:pPr>
            <a:r>
              <a:rPr lang="en-US" sz="1900" noProof="0">
                <a:solidFill>
                  <a:srgbClr val="94A3B8"/>
                </a:solidFill>
                <a:latin typeface="Helvetica Neue"/>
                <a:ea typeface="Helvetica Neue"/>
                <a:cs typeface="Helvetica Neue"/>
              </a:rPr>
              <a:t>Inference runs on the user’s phone: the cloud bill drops to zero.</a:t>
            </a:r>
            <a:endParaRPr lang="en-US" sz="1900" noProof="0">
              <a:solidFill>
                <a:srgbClr val="94A3B8"/>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58368" y="566928"/>
            <a:ext cx="6300216" cy="310896"/>
          </a:xfrm>
          <a:prstGeom prst="rect">
            <a:avLst/>
          </a:prstGeom>
          <a:noFill/>
          <a:ln/>
        </p:spPr>
        <p:txBody>
          <a:bodyPr wrap="none" lIns="0" tIns="0" rIns="0" bIns="0" rtlCol="0" anchor="t"/>
          <a:lstStyle/>
          <a:p>
            <a:pPr marL="0" indent="0" algn="l">
              <a:lnSpc>
                <a:spcPct val="108000"/>
              </a:lnSpc>
              <a:buNone/>
            </a:pPr>
            <a:r>
              <a:rPr lang="en-US" sz="1800" noProof="0">
                <a:solidFill>
                  <a:srgbClr val="49DE80"/>
                </a:solidFill>
                <a:latin typeface="Geist Bold"/>
                <a:ea typeface="Geist Bold"/>
                <a:cs typeface="Geist Bold"/>
              </a:rPr>
              <a:t>FIRST CHOICE</a:t>
            </a:r>
          </a:p>
        </p:txBody>
      </p:sp>
      <p:sp>
        <p:nvSpPr>
          <p:cNvPr id="4" name="Text 1"/>
          <p:cNvSpPr/>
          <p:nvPr/>
        </p:nvSpPr>
        <p:spPr>
          <a:xfrm>
            <a:off x="658368" y="896112"/>
            <a:ext cx="6300216" cy="1188720"/>
          </a:xfrm>
          <a:prstGeom prst="rect">
            <a:avLst/>
          </a:prstGeom>
          <a:noFill/>
          <a:ln/>
        </p:spPr>
        <p:txBody>
          <a:bodyPr wrap="square" lIns="0" tIns="0" rIns="0" bIns="0" rtlCol="0" anchor="t">
            <a:noAutofit/>
          </a:bodyPr>
          <a:lstStyle/>
          <a:p>
            <a:pPr marL="0" indent="0" algn="l">
              <a:lnSpc>
                <a:spcPct val="108000"/>
              </a:lnSpc>
              <a:buNone/>
            </a:pPr>
            <a:r>
              <a:rPr lang="en-US" sz="3700" noProof="0">
                <a:solidFill>
                  <a:srgbClr val="F2F5FA"/>
                </a:solidFill>
                <a:latin typeface="Geist Bold"/>
                <a:ea typeface="Geist Bold"/>
                <a:cs typeface="Geist Bold"/>
              </a:rPr>
              <a:t>The obvious choice: Gemini Nano</a:t>
            </a:r>
          </a:p>
        </p:txBody>
      </p:sp>
      <p:sp>
        <p:nvSpPr>
          <p:cNvPr id="5" name="Shape 2"/>
          <p:cNvSpPr>
            <a:spLocks noGrp="1" noRot="1" noMove="1" noResize="1" noEditPoints="1" noAdjustHandles="1" noChangeArrowheads="1" noChangeShapeType="1"/>
          </p:cNvSpPr>
          <p:nvPr/>
        </p:nvSpPr>
        <p:spPr>
          <a:xfrm>
            <a:off x="661475" y="2514600"/>
            <a:ext cx="418593" cy="418604"/>
          </a:xfrm>
          <a:prstGeom prst="roundRect">
            <a:avLst>
              <a:gd name="adj" fmla="val 18669"/>
            </a:avLst>
          </a:prstGeom>
          <a:solidFill>
            <a:srgbClr val="0F172A"/>
          </a:solidFill>
          <a:ln w="19050">
            <a:solidFill>
              <a:srgbClr val="49DE80"/>
            </a:solidFill>
            <a:prstDash val="solid"/>
          </a:ln>
        </p:spPr>
        <p:txBody>
          <a:bodyPr/>
          <a:lstStyle/>
          <a:p>
            <a:endParaRPr lang="en-US" noProof="0"/>
          </a:p>
        </p:txBody>
      </p:sp>
      <p:sp>
        <p:nvSpPr>
          <p:cNvPr id="6" name="Text 3"/>
          <p:cNvSpPr/>
          <p:nvPr/>
        </p:nvSpPr>
        <p:spPr>
          <a:xfrm>
            <a:off x="1261872" y="2575560"/>
            <a:ext cx="5696712" cy="384048"/>
          </a:xfrm>
          <a:prstGeom prst="rect">
            <a:avLst/>
          </a:prstGeom>
          <a:noFill/>
          <a:ln/>
        </p:spPr>
        <p:txBody>
          <a:bodyPr wrap="square" lIns="0" tIns="0" rIns="0" bIns="0" rtlCol="0" anchor="t"/>
          <a:lstStyle/>
          <a:p>
            <a:pPr marL="0" indent="0" algn="l">
              <a:lnSpc>
                <a:spcPct val="107000"/>
              </a:lnSpc>
              <a:spcAft>
                <a:spcPts val="850"/>
              </a:spcAft>
              <a:buNone/>
            </a:pPr>
            <a:r>
              <a:rPr lang="en-US" sz="1850" noProof="0">
                <a:solidFill>
                  <a:srgbClr val="EBEDF0"/>
                </a:solidFill>
                <a:latin typeface="Geist"/>
                <a:ea typeface="Geist"/>
                <a:cs typeface="Geist"/>
              </a:rPr>
              <a:t>Already in the OS, multimodal</a:t>
            </a:r>
          </a:p>
        </p:txBody>
      </p:sp>
      <p:sp>
        <p:nvSpPr>
          <p:cNvPr id="7" name="Shape 4"/>
          <p:cNvSpPr/>
          <p:nvPr/>
        </p:nvSpPr>
        <p:spPr>
          <a:xfrm>
            <a:off x="661475" y="3291840"/>
            <a:ext cx="418593" cy="418604"/>
          </a:xfrm>
          <a:prstGeom prst="roundRect">
            <a:avLst>
              <a:gd name="adj" fmla="val 18669"/>
            </a:avLst>
          </a:prstGeom>
          <a:solidFill>
            <a:srgbClr val="0F172A"/>
          </a:solidFill>
          <a:ln w="19050">
            <a:solidFill>
              <a:srgbClr val="49DE80"/>
            </a:solidFill>
            <a:prstDash val="solid"/>
          </a:ln>
        </p:spPr>
        <p:txBody>
          <a:bodyPr/>
          <a:lstStyle/>
          <a:p>
            <a:endParaRPr lang="en-US" noProof="0"/>
          </a:p>
        </p:txBody>
      </p:sp>
      <p:sp>
        <p:nvSpPr>
          <p:cNvPr id="8" name="Text 5"/>
          <p:cNvSpPr/>
          <p:nvPr/>
        </p:nvSpPr>
        <p:spPr>
          <a:xfrm>
            <a:off x="1261872" y="3352800"/>
            <a:ext cx="5696712" cy="384048"/>
          </a:xfrm>
          <a:prstGeom prst="rect">
            <a:avLst/>
          </a:prstGeom>
          <a:noFill/>
          <a:ln/>
        </p:spPr>
        <p:txBody>
          <a:bodyPr wrap="square" lIns="0" tIns="0" rIns="0" bIns="0" rtlCol="0" anchor="t"/>
          <a:lstStyle/>
          <a:p>
            <a:pPr>
              <a:lnSpc>
                <a:spcPct val="107000"/>
              </a:lnSpc>
              <a:spcAft>
                <a:spcPts val="850"/>
              </a:spcAft>
            </a:pPr>
            <a:r>
              <a:rPr lang="en-US" sz="1850" noProof="0">
                <a:solidFill>
                  <a:srgbClr val="EBEDF0"/>
                </a:solidFill>
                <a:latin typeface="Geist" pitchFamily="34" charset="0"/>
                <a:ea typeface="Geist" pitchFamily="34" charset="-122"/>
                <a:cs typeface="Geist" pitchFamily="34" charset="-120"/>
              </a:rPr>
              <a:t>One dependency, zero megabytes in the APK</a:t>
            </a:r>
          </a:p>
        </p:txBody>
      </p:sp>
      <p:sp>
        <p:nvSpPr>
          <p:cNvPr id="9" name="Shape 6"/>
          <p:cNvSpPr/>
          <p:nvPr/>
        </p:nvSpPr>
        <p:spPr>
          <a:xfrm>
            <a:off x="661475" y="4069080"/>
            <a:ext cx="418593" cy="418604"/>
          </a:xfrm>
          <a:prstGeom prst="roundRect">
            <a:avLst>
              <a:gd name="adj" fmla="val 18669"/>
            </a:avLst>
          </a:prstGeom>
          <a:solidFill>
            <a:srgbClr val="0F172A"/>
          </a:solidFill>
          <a:ln w="19050">
            <a:solidFill>
              <a:srgbClr val="49DE80"/>
            </a:solidFill>
            <a:prstDash val="solid"/>
          </a:ln>
        </p:spPr>
        <p:txBody>
          <a:bodyPr/>
          <a:lstStyle/>
          <a:p>
            <a:endParaRPr lang="en-US" noProof="0"/>
          </a:p>
        </p:txBody>
      </p:sp>
      <p:sp>
        <p:nvSpPr>
          <p:cNvPr id="10" name="Text 7"/>
          <p:cNvSpPr/>
          <p:nvPr/>
        </p:nvSpPr>
        <p:spPr>
          <a:xfrm>
            <a:off x="1261872" y="4130040"/>
            <a:ext cx="7674864" cy="384048"/>
          </a:xfrm>
          <a:prstGeom prst="rect">
            <a:avLst/>
          </a:prstGeom>
          <a:noFill/>
          <a:ln/>
        </p:spPr>
        <p:txBody>
          <a:bodyPr wrap="none" lIns="0" tIns="0" rIns="0" bIns="0" rtlCol="0" anchor="t"/>
          <a:lstStyle/>
          <a:p>
            <a:pPr marL="0" indent="0" algn="l">
              <a:lnSpc>
                <a:spcPct val="107000"/>
              </a:lnSpc>
              <a:buNone/>
            </a:pPr>
            <a:r>
              <a:rPr lang="en-US" noProof="0">
                <a:solidFill>
                  <a:srgbClr val="EBEDF0"/>
                </a:solidFill>
                <a:latin typeface="Geist"/>
                <a:ea typeface="Geist"/>
                <a:cs typeface="Geist"/>
              </a:rPr>
              <a:t>Hardware acceleration and updates handled by Google</a:t>
            </a:r>
          </a:p>
        </p:txBody>
      </p:sp>
      <p:sp>
        <p:nvSpPr>
          <p:cNvPr id="11" name="Shape 8"/>
          <p:cNvSpPr/>
          <p:nvPr/>
        </p:nvSpPr>
        <p:spPr>
          <a:xfrm>
            <a:off x="661475" y="5013960"/>
            <a:ext cx="418593" cy="418604"/>
          </a:xfrm>
          <a:prstGeom prst="roundRect">
            <a:avLst>
              <a:gd name="adj" fmla="val 18669"/>
            </a:avLst>
          </a:prstGeom>
          <a:solidFill>
            <a:srgbClr val="0F172A"/>
          </a:solidFill>
          <a:ln w="19050">
            <a:solidFill>
              <a:srgbClr val="49DE80"/>
            </a:solidFill>
            <a:prstDash val="solid"/>
          </a:ln>
        </p:spPr>
        <p:txBody>
          <a:bodyPr/>
          <a:lstStyle/>
          <a:p>
            <a:endParaRPr lang="en-US" noProof="0"/>
          </a:p>
        </p:txBody>
      </p:sp>
      <p:sp>
        <p:nvSpPr>
          <p:cNvPr id="12" name="Text 9"/>
          <p:cNvSpPr/>
          <p:nvPr/>
        </p:nvSpPr>
        <p:spPr>
          <a:xfrm>
            <a:off x="1261872" y="5050536"/>
            <a:ext cx="5696712" cy="420624"/>
          </a:xfrm>
          <a:prstGeom prst="rect">
            <a:avLst/>
          </a:prstGeom>
          <a:noFill/>
          <a:ln/>
        </p:spPr>
        <p:txBody>
          <a:bodyPr wrap="none" lIns="0" tIns="0" rIns="0" bIns="0" rtlCol="0" anchor="t"/>
          <a:lstStyle/>
          <a:p>
            <a:pPr marL="0" indent="0" algn="l">
              <a:lnSpc>
                <a:spcPct val="107000"/>
              </a:lnSpc>
              <a:buNone/>
            </a:pPr>
            <a:r>
              <a:rPr lang="en-US" sz="2400" noProof="0">
                <a:solidFill>
                  <a:srgbClr val="49DE80"/>
                </a:solidFill>
                <a:latin typeface="Geist Bold"/>
                <a:ea typeface="Geist Bold"/>
                <a:cs typeface="Geist Bold"/>
              </a:rPr>
              <a:t>Perfect. Except…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1356891"/>
            <a:ext cx="6296860" cy="307082"/>
          </a:xfrm>
          <a:prstGeom prst="rect">
            <a:avLst/>
          </a:prstGeom>
          <a:noFill/>
          <a:ln/>
        </p:spPr>
        <p:txBody>
          <a:bodyPr wrap="none" lIns="0" tIns="0" rIns="0" bIns="0" rtlCol="0" anchor="t"/>
          <a:lstStyle/>
          <a:p>
            <a:pPr marL="0" indent="0" algn="l">
              <a:lnSpc>
                <a:spcPct val="108000"/>
              </a:lnSpc>
              <a:buNone/>
            </a:pPr>
            <a:r>
              <a:rPr lang="en-US" sz="1850" noProof="0">
                <a:solidFill>
                  <a:srgbClr val="49DE80"/>
                </a:solidFill>
                <a:latin typeface="Geist Bold" pitchFamily="34" charset="0"/>
                <a:ea typeface="Geist Bold" pitchFamily="34" charset="-122"/>
                <a:cs typeface="Geist Bold" pitchFamily="34" charset="-120"/>
              </a:rPr>
              <a:t>FIRST CHOICE · THE PROBLEM</a:t>
            </a:r>
            <a:endParaRPr lang="en-US" sz="1850" noProof="0">
              <a:solidFill>
                <a:srgbClr val="49DE80"/>
              </a:solidFill>
            </a:endParaRPr>
          </a:p>
        </p:txBody>
      </p:sp>
      <p:sp>
        <p:nvSpPr>
          <p:cNvPr id="4" name="Text 1"/>
          <p:cNvSpPr/>
          <p:nvPr/>
        </p:nvSpPr>
        <p:spPr>
          <a:xfrm>
            <a:off x="661475" y="1947441"/>
            <a:ext cx="6296860" cy="2543175"/>
          </a:xfrm>
          <a:prstGeom prst="rect">
            <a:avLst/>
          </a:prstGeom>
          <a:noFill/>
          <a:ln/>
        </p:spPr>
        <p:txBody>
          <a:bodyPr wrap="square" lIns="0" tIns="0" rIns="0" bIns="0" rtlCol="0" anchor="t">
            <a:normAutofit/>
          </a:bodyPr>
          <a:lstStyle/>
          <a:p>
            <a:pPr>
              <a:lnSpc>
                <a:spcPct val="108000"/>
              </a:lnSpc>
            </a:pPr>
            <a:r>
              <a:rPr lang="en-US" sz="5100" noProof="0">
                <a:solidFill>
                  <a:srgbClr val="F2F5FA"/>
                </a:solidFill>
                <a:latin typeface="Geist Bold" pitchFamily="34" charset="0"/>
                <a:ea typeface="Geist Bold" pitchFamily="34" charset="-122"/>
                <a:cs typeface="Geist Bold" pitchFamily="34" charset="-120"/>
              </a:rPr>
              <a:t>It only runs on the latest flagships.</a:t>
            </a:r>
            <a:endParaRPr lang="en-US" sz="5100" noProof="0"/>
          </a:p>
        </p:txBody>
      </p:sp>
      <p:sp>
        <p:nvSpPr>
          <p:cNvPr id="6" name="Rectangle 5">
            <a:extLst>
              <a:ext uri="{FF2B5EF4-FFF2-40B4-BE49-F238E27FC236}">
                <a16:creationId xmlns:a16="http://schemas.microsoft.com/office/drawing/2014/main" id="{FD0DEC08-AABB-F109-136E-0FEC1339F739}"/>
              </a:ext>
            </a:extLst>
          </p:cNvPr>
          <p:cNvSpPr/>
          <p:nvPr/>
        </p:nvSpPr>
        <p:spPr>
          <a:xfrm>
            <a:off x="661475" y="6033790"/>
            <a:ext cx="2011680" cy="5080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Text 2">
            <a:extLst>
              <a:ext uri="{FF2B5EF4-FFF2-40B4-BE49-F238E27FC236}">
                <a16:creationId xmlns:a16="http://schemas.microsoft.com/office/drawing/2014/main" id="{03CD9A80-91C3-0A43-A6B0-8C4E3FA7940B}"/>
              </a:ext>
            </a:extLst>
          </p:cNvPr>
          <p:cNvSpPr/>
          <p:nvPr/>
        </p:nvSpPr>
        <p:spPr>
          <a:xfrm>
            <a:off x="658368" y="4922520"/>
            <a:ext cx="6400800" cy="960120"/>
          </a:xfrm>
          <a:prstGeom prst="rect">
            <a:avLst/>
          </a:prstGeom>
          <a:noFill/>
          <a:ln/>
        </p:spPr>
        <p:txBody>
          <a:bodyPr wrap="square" lIns="0" tIns="0" rIns="0" bIns="0" rtlCol="0" anchor="t"/>
          <a:lstStyle/>
          <a:p>
            <a:pPr>
              <a:spcAft>
                <a:spcPts val="1600"/>
              </a:spcAft>
            </a:pPr>
            <a:r>
              <a:rPr lang="en-US" sz="2000" noProof="0">
                <a:solidFill>
                  <a:srgbClr val="CBD5E1"/>
                </a:solidFill>
                <a:latin typeface="Helvetica Neue"/>
              </a:rPr>
              <a:t>Pixel 10/11, Galaxy S26 and a few other flagships:</a:t>
            </a:r>
            <a:br>
              <a:rPr lang="en-US" sz="2000" noProof="0">
                <a:solidFill>
                  <a:srgbClr val="CBD5E1"/>
                </a:solidFill>
                <a:latin typeface="Helvetica Neue"/>
              </a:rPr>
            </a:br>
            <a:r>
              <a:rPr lang="en-US" sz="2000" noProof="0">
                <a:solidFill>
                  <a:srgbClr val="CBD5E1"/>
                </a:solidFill>
                <a:latin typeface="Helvetica Neue"/>
              </a:rPr>
              <a:t>not the phones most people actually have.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58368" y="566928"/>
            <a:ext cx="6300216" cy="310896"/>
          </a:xfrm>
          <a:prstGeom prst="rect">
            <a:avLst/>
          </a:prstGeom>
          <a:noFill/>
          <a:ln/>
        </p:spPr>
        <p:txBody>
          <a:bodyPr wrap="none" lIns="0" tIns="0" rIns="0" bIns="0" rtlCol="0" anchor="t"/>
          <a:lstStyle/>
          <a:p>
            <a:pPr marL="0" indent="0" algn="l">
              <a:lnSpc>
                <a:spcPct val="108000"/>
              </a:lnSpc>
              <a:buNone/>
            </a:pPr>
            <a:r>
              <a:rPr lang="en-US" sz="1850" noProof="0">
                <a:solidFill>
                  <a:srgbClr val="49DE80"/>
                </a:solidFill>
                <a:latin typeface="Geist Bold"/>
                <a:ea typeface="Geist Bold"/>
                <a:cs typeface="Geist Bold"/>
              </a:rPr>
              <a:t>PLAN</a:t>
            </a:r>
            <a:r>
              <a:rPr lang="en-US" sz="1800" noProof="0">
                <a:solidFill>
                  <a:srgbClr val="49DE80"/>
                </a:solidFill>
                <a:latin typeface="Geist Bold"/>
                <a:ea typeface="Geist Bold"/>
                <a:cs typeface="Geist Bold"/>
              </a:rPr>
              <a:t> B</a:t>
            </a:r>
          </a:p>
        </p:txBody>
      </p:sp>
      <p:sp>
        <p:nvSpPr>
          <p:cNvPr id="4" name="Text 1"/>
          <p:cNvSpPr/>
          <p:nvPr/>
        </p:nvSpPr>
        <p:spPr>
          <a:xfrm>
            <a:off x="658368" y="896112"/>
            <a:ext cx="6300216" cy="1188720"/>
          </a:xfrm>
          <a:prstGeom prst="rect">
            <a:avLst/>
          </a:prstGeom>
          <a:noFill/>
          <a:ln/>
        </p:spPr>
        <p:txBody>
          <a:bodyPr wrap="square" lIns="0" tIns="0" rIns="0" bIns="0" rtlCol="0" anchor="t">
            <a:noAutofit/>
          </a:bodyPr>
          <a:lstStyle/>
          <a:p>
            <a:pPr marL="0" indent="0" algn="l">
              <a:lnSpc>
                <a:spcPct val="108000"/>
              </a:lnSpc>
              <a:buNone/>
            </a:pPr>
            <a:r>
              <a:rPr lang="en-US" sz="3600" noProof="0">
                <a:solidFill>
                  <a:srgbClr val="F2F5FA"/>
                </a:solidFill>
                <a:latin typeface="Geist Bold"/>
                <a:ea typeface="Geist Bold"/>
                <a:cs typeface="Geist Bold"/>
              </a:rPr>
              <a:t>A </a:t>
            </a:r>
            <a:r>
              <a:rPr lang="en-US" sz="3700" noProof="0">
                <a:solidFill>
                  <a:srgbClr val="F2F5FA"/>
                </a:solidFill>
                <a:latin typeface="Geist Bold"/>
                <a:ea typeface="Geist Bold"/>
                <a:cs typeface="Geist Bold"/>
              </a:rPr>
              <a:t>single</a:t>
            </a:r>
            <a:r>
              <a:rPr lang="en-US" sz="3600" noProof="0">
                <a:solidFill>
                  <a:srgbClr val="F2F5FA"/>
                </a:solidFill>
                <a:latin typeface="Geist Bold"/>
                <a:ea typeface="Geist Bold"/>
                <a:cs typeface="Geist Bold"/>
              </a:rPr>
              <a:t> multimodal LLM to do everything</a:t>
            </a:r>
          </a:p>
        </p:txBody>
      </p:sp>
      <p:sp>
        <p:nvSpPr>
          <p:cNvPr id="5" name="Rounded Rectangle 4"/>
          <p:cNvSpPr/>
          <p:nvPr/>
        </p:nvSpPr>
        <p:spPr>
          <a:xfrm>
            <a:off x="658368" y="2325624"/>
            <a:ext cx="6300216" cy="1215644"/>
          </a:xfrm>
          <a:prstGeom prst="roundRect">
            <a:avLst>
              <a:gd name="adj" fmla="val 5485"/>
            </a:avLst>
          </a:prstGeom>
          <a:solidFill>
            <a:srgbClr val="0F172A">
              <a:alpha val="95000"/>
            </a:srgbClr>
          </a:solidFill>
          <a:ln w="19050">
            <a:solidFill>
              <a:srgbClr val="49DE80"/>
            </a:solidFill>
          </a:ln>
        </p:spPr>
        <p:txBody>
          <a:bodyPr rtlCol="0" anchor="ctr"/>
          <a:lstStyle/>
          <a:p>
            <a:pPr algn="ctr"/>
            <a:endParaRPr lang="en-US" noProof="0"/>
          </a:p>
        </p:txBody>
      </p:sp>
      <p:sp>
        <p:nvSpPr>
          <p:cNvPr id="6" name="TextBox 5"/>
          <p:cNvSpPr txBox="1"/>
          <p:nvPr/>
        </p:nvSpPr>
        <p:spPr>
          <a:xfrm>
            <a:off x="841247" y="2471928"/>
            <a:ext cx="5934455" cy="302768"/>
          </a:xfrm>
          <a:prstGeom prst="rect">
            <a:avLst/>
          </a:prstGeom>
          <a:noFill/>
        </p:spPr>
        <p:txBody>
          <a:bodyPr wrap="square" lIns="0" tIns="0" rIns="0" bIns="0" anchor="t">
            <a:noAutofit/>
          </a:bodyPr>
          <a:lstStyle/>
          <a:p>
            <a:pPr marL="0" indent="0" algn="l">
              <a:lnSpc>
                <a:spcPct val="100000"/>
              </a:lnSpc>
              <a:buNone/>
            </a:pPr>
            <a:r>
              <a:rPr lang="en-US" sz="2200" noProof="0">
                <a:solidFill>
                  <a:srgbClr val="F2F5FA"/>
                </a:solidFill>
                <a:latin typeface="Geist Bold"/>
                <a:ea typeface="Geist Bold"/>
                <a:cs typeface="Geist Bold"/>
              </a:rPr>
              <a:t>Gemma 4 E2B</a:t>
            </a:r>
            <a:endParaRPr lang="en-US" sz="2200" noProof="0"/>
          </a:p>
        </p:txBody>
      </p:sp>
      <p:sp>
        <p:nvSpPr>
          <p:cNvPr id="7" name="TextBox 6"/>
          <p:cNvSpPr txBox="1"/>
          <p:nvPr/>
        </p:nvSpPr>
        <p:spPr>
          <a:xfrm>
            <a:off x="841247" y="2856992"/>
            <a:ext cx="5934455" cy="544068"/>
          </a:xfrm>
          <a:prstGeom prst="rect">
            <a:avLst/>
          </a:prstGeom>
          <a:noFill/>
        </p:spPr>
        <p:txBody>
          <a:bodyPr wrap="square" lIns="0" tIns="0" rIns="0" bIns="0" anchor="t">
            <a:noAutofit/>
          </a:bodyPr>
          <a:lstStyle/>
          <a:p>
            <a:pPr marL="0" indent="0" algn="l">
              <a:lnSpc>
                <a:spcPct val="100000"/>
              </a:lnSpc>
              <a:buNone/>
            </a:pPr>
            <a:r>
              <a:rPr lang="en-US" sz="1750" noProof="0">
                <a:solidFill>
                  <a:srgbClr val="94A3B8"/>
                </a:solidFill>
                <a:latin typeface="Helvetica Neue"/>
                <a:ea typeface="Helvetica Neue"/>
                <a:cs typeface="Helvetica Neue"/>
              </a:rPr>
              <a:t>Google’s open model: you ship it yourself, and it runs even where Nano isn’t available (with enough RAM).</a:t>
            </a:r>
            <a:endParaRPr lang="en-US" sz="1750" noProof="0">
              <a:solidFill>
                <a:srgbClr val="94A3B8"/>
              </a:solidFill>
            </a:endParaRPr>
          </a:p>
        </p:txBody>
      </p:sp>
      <p:sp>
        <p:nvSpPr>
          <p:cNvPr id="8" name="Rounded Rectangle 7"/>
          <p:cNvSpPr/>
          <p:nvPr/>
        </p:nvSpPr>
        <p:spPr>
          <a:xfrm>
            <a:off x="658368" y="3699764"/>
            <a:ext cx="6300216" cy="934466"/>
          </a:xfrm>
          <a:prstGeom prst="roundRect">
            <a:avLst>
              <a:gd name="adj" fmla="val 7080"/>
            </a:avLst>
          </a:prstGeom>
          <a:solidFill>
            <a:srgbClr val="0F172A">
              <a:alpha val="95000"/>
            </a:srgbClr>
          </a:solidFill>
          <a:ln w="19050">
            <a:solidFill>
              <a:srgbClr val="49DE80"/>
            </a:solidFill>
          </a:ln>
        </p:spPr>
        <p:txBody>
          <a:bodyPr rtlCol="0" anchor="ctr"/>
          <a:lstStyle/>
          <a:p>
            <a:pPr algn="ctr"/>
            <a:endParaRPr lang="en-US" noProof="0"/>
          </a:p>
        </p:txBody>
      </p:sp>
      <p:sp>
        <p:nvSpPr>
          <p:cNvPr id="9" name="TextBox 8"/>
          <p:cNvSpPr txBox="1"/>
          <p:nvPr/>
        </p:nvSpPr>
        <p:spPr>
          <a:xfrm>
            <a:off x="841247" y="3846068"/>
            <a:ext cx="5934455" cy="302768"/>
          </a:xfrm>
          <a:prstGeom prst="rect">
            <a:avLst/>
          </a:prstGeom>
          <a:noFill/>
        </p:spPr>
        <p:txBody>
          <a:bodyPr wrap="square" lIns="0" tIns="0" rIns="0" bIns="0" anchor="t">
            <a:noAutofit/>
          </a:bodyPr>
          <a:lstStyle/>
          <a:p>
            <a:pPr marL="0" indent="0" algn="l">
              <a:lnSpc>
                <a:spcPct val="100000"/>
              </a:lnSpc>
              <a:buNone/>
            </a:pPr>
            <a:r>
              <a:rPr lang="en-US" sz="2200" noProof="0">
                <a:solidFill>
                  <a:srgbClr val="F2F5FA"/>
                </a:solidFill>
                <a:latin typeface="Geist Bold"/>
                <a:ea typeface="Geist Bold"/>
                <a:cs typeface="Geist Bold"/>
              </a:rPr>
              <a:t>It worked.</a:t>
            </a:r>
            <a:endParaRPr lang="en-US" sz="2200" noProof="0"/>
          </a:p>
        </p:txBody>
      </p:sp>
      <p:sp>
        <p:nvSpPr>
          <p:cNvPr id="10" name="TextBox 9"/>
          <p:cNvSpPr txBox="1"/>
          <p:nvPr/>
        </p:nvSpPr>
        <p:spPr>
          <a:xfrm>
            <a:off x="841247" y="4231132"/>
            <a:ext cx="5934455" cy="281178"/>
          </a:xfrm>
          <a:prstGeom prst="rect">
            <a:avLst/>
          </a:prstGeom>
          <a:noFill/>
        </p:spPr>
        <p:txBody>
          <a:bodyPr wrap="square" lIns="0" tIns="0" rIns="0" bIns="0" anchor="t">
            <a:noAutofit/>
          </a:bodyPr>
          <a:lstStyle/>
          <a:p>
            <a:pPr marL="0" indent="0" algn="l">
              <a:lnSpc>
                <a:spcPct val="100000"/>
              </a:lnSpc>
              <a:buNone/>
            </a:pPr>
            <a:r>
              <a:rPr lang="en-US" sz="1750" noProof="0">
                <a:solidFill>
                  <a:srgbClr val="94A3B8"/>
                </a:solidFill>
                <a:latin typeface="Helvetica Neue"/>
                <a:ea typeface="Helvetica Neue"/>
                <a:cs typeface="Helvetica Neue"/>
              </a:rPr>
              <a:t>Correct ingredients, valid JSON, real recipes.</a:t>
            </a:r>
            <a:endParaRPr lang="en-US" sz="1750" noProof="0">
              <a:solidFill>
                <a:srgbClr val="94A3B8"/>
              </a:solidFill>
            </a:endParaRPr>
          </a:p>
        </p:txBody>
      </p:sp>
      <p:sp>
        <p:nvSpPr>
          <p:cNvPr id="11" name="Rounded Rectangle 10"/>
          <p:cNvSpPr/>
          <p:nvPr/>
        </p:nvSpPr>
        <p:spPr>
          <a:xfrm>
            <a:off x="658368" y="4811014"/>
            <a:ext cx="6300216" cy="1187450"/>
          </a:xfrm>
          <a:prstGeom prst="roundRect">
            <a:avLst>
              <a:gd name="adj" fmla="val 5485"/>
            </a:avLst>
          </a:prstGeom>
          <a:solidFill>
            <a:srgbClr val="0F172A">
              <a:alpha val="95000"/>
            </a:srgbClr>
          </a:solidFill>
          <a:ln w="19050">
            <a:solidFill>
              <a:srgbClr val="F59E0B"/>
            </a:solidFill>
          </a:ln>
        </p:spPr>
        <p:txBody>
          <a:bodyPr rtlCol="0" anchor="ctr"/>
          <a:lstStyle/>
          <a:p>
            <a:pPr algn="ctr"/>
            <a:endParaRPr lang="en-US" noProof="0"/>
          </a:p>
        </p:txBody>
      </p:sp>
      <p:sp>
        <p:nvSpPr>
          <p:cNvPr id="12" name="TextBox 11"/>
          <p:cNvSpPr txBox="1"/>
          <p:nvPr/>
        </p:nvSpPr>
        <p:spPr>
          <a:xfrm>
            <a:off x="841247" y="4957318"/>
            <a:ext cx="5934455" cy="302768"/>
          </a:xfrm>
          <a:prstGeom prst="rect">
            <a:avLst/>
          </a:prstGeom>
          <a:noFill/>
        </p:spPr>
        <p:txBody>
          <a:bodyPr wrap="square" lIns="0" tIns="0" rIns="0" bIns="0" anchor="t">
            <a:noAutofit/>
          </a:bodyPr>
          <a:lstStyle/>
          <a:p>
            <a:pPr marL="0" indent="0" algn="l">
              <a:lnSpc>
                <a:spcPct val="100000"/>
              </a:lnSpc>
              <a:buNone/>
            </a:pPr>
            <a:r>
              <a:rPr lang="en-US" sz="2200" noProof="0">
                <a:solidFill>
                  <a:srgbClr val="F2F5FA"/>
                </a:solidFill>
                <a:latin typeface="Geist Bold"/>
                <a:ea typeface="Geist Bold"/>
                <a:cs typeface="Geist Bold"/>
              </a:rPr>
              <a:t>But it took 5-10 minutes per scan</a:t>
            </a:r>
            <a:endParaRPr lang="en-US" sz="2200" noProof="0"/>
          </a:p>
        </p:txBody>
      </p:sp>
      <p:sp>
        <p:nvSpPr>
          <p:cNvPr id="13" name="TextBox 12"/>
          <p:cNvSpPr txBox="1"/>
          <p:nvPr/>
        </p:nvSpPr>
        <p:spPr>
          <a:xfrm>
            <a:off x="841247" y="5342382"/>
            <a:ext cx="5934455" cy="544068"/>
          </a:xfrm>
          <a:prstGeom prst="rect">
            <a:avLst/>
          </a:prstGeom>
          <a:noFill/>
        </p:spPr>
        <p:txBody>
          <a:bodyPr wrap="square" lIns="0" tIns="0" rIns="0" bIns="0" anchor="t">
            <a:noAutofit/>
          </a:bodyPr>
          <a:lstStyle/>
          <a:p>
            <a:pPr marL="0" indent="0" algn="l">
              <a:lnSpc>
                <a:spcPct val="100000"/>
              </a:lnSpc>
              <a:buNone/>
            </a:pPr>
            <a:r>
              <a:rPr lang="en-US" sz="1750" noProof="0">
                <a:solidFill>
                  <a:srgbClr val="94A3B8"/>
                </a:solidFill>
                <a:latin typeface="Helvetica Neue"/>
                <a:ea typeface="Helvetica Neue"/>
                <a:cs typeface="Helvetica Neue"/>
              </a:rPr>
              <a:t>On a Pixel 7, a four-year-old phone.</a:t>
            </a:r>
          </a:p>
          <a:p>
            <a:pPr marL="0" indent="0" algn="l">
              <a:lnSpc>
                <a:spcPct val="100000"/>
              </a:lnSpc>
              <a:buNone/>
            </a:pPr>
            <a:r>
              <a:rPr lang="en-US" sz="1750" noProof="0">
                <a:solidFill>
                  <a:srgbClr val="94A3B8"/>
                </a:solidFill>
                <a:latin typeface="Helvetica Neue"/>
                <a:ea typeface="Helvetica Neue"/>
                <a:cs typeface="Helvetica Neue"/>
              </a:rPr>
              <a:t>Nobody waits 10 minutes for a dinner idea.</a:t>
            </a:r>
            <a:endParaRPr lang="en-US" sz="1750" noProof="0">
              <a:solidFill>
                <a:srgbClr val="94A3B8"/>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282303"/>
            <a:ext cx="10868745" cy="307082"/>
          </a:xfrm>
          <a:prstGeom prst="rect">
            <a:avLst/>
          </a:prstGeom>
          <a:noFill/>
          <a:ln/>
        </p:spPr>
        <p:txBody>
          <a:bodyPr wrap="none" lIns="0" tIns="0" rIns="0" bIns="0" rtlCol="0" anchor="t"/>
          <a:lstStyle/>
          <a:p>
            <a:pPr marL="0" indent="0" algn="l">
              <a:lnSpc>
                <a:spcPct val="108000"/>
              </a:lnSpc>
              <a:buNone/>
            </a:pPr>
            <a:r>
              <a:rPr lang="en-US" sz="1850" noProof="0">
                <a:solidFill>
                  <a:srgbClr val="49DE80"/>
                </a:solidFill>
                <a:latin typeface="Geist Bold" pitchFamily="34" charset="0"/>
                <a:ea typeface="Geist Bold" pitchFamily="34" charset="-122"/>
                <a:cs typeface="Geist Bold" pitchFamily="34" charset="-120"/>
              </a:rPr>
              <a:t>THIS SESSION</a:t>
            </a:r>
          </a:p>
        </p:txBody>
      </p:sp>
      <p:sp>
        <p:nvSpPr>
          <p:cNvPr id="3" name="Text 1"/>
          <p:cNvSpPr/>
          <p:nvPr/>
        </p:nvSpPr>
        <p:spPr>
          <a:xfrm>
            <a:off x="661475" y="1664990"/>
            <a:ext cx="10868745" cy="614263"/>
          </a:xfrm>
          <a:prstGeom prst="rect">
            <a:avLst/>
          </a:prstGeom>
          <a:noFill/>
          <a:ln/>
        </p:spPr>
        <p:txBody>
          <a:bodyPr wrap="none" lIns="0" tIns="0" rIns="0" bIns="0" rtlCol="0" anchor="t"/>
          <a:lstStyle/>
          <a:p>
            <a:pPr marL="0" indent="0" algn="l">
              <a:lnSpc>
                <a:spcPct val="108000"/>
              </a:lnSpc>
              <a:buNone/>
            </a:pPr>
            <a:r>
              <a:rPr lang="en-US" sz="3700" noProof="0">
                <a:solidFill>
                  <a:srgbClr val="F2F5FA"/>
                </a:solidFill>
                <a:latin typeface="Geist Bold" pitchFamily="34" charset="0"/>
                <a:ea typeface="Geist Bold" pitchFamily="34" charset="-122"/>
                <a:cs typeface="Geist Bold" pitchFamily="34" charset="-120"/>
              </a:rPr>
              <a:t>How we solved it, in five chapters</a:t>
            </a:r>
          </a:p>
        </p:txBody>
      </p:sp>
      <p:sp>
        <p:nvSpPr>
          <p:cNvPr id="4" name="Text 2"/>
          <p:cNvSpPr/>
          <p:nvPr/>
        </p:nvSpPr>
        <p:spPr>
          <a:xfrm>
            <a:off x="661475" y="2562721"/>
            <a:ext cx="378014" cy="245666"/>
          </a:xfrm>
          <a:prstGeom prst="rect">
            <a:avLst/>
          </a:prstGeom>
          <a:noFill/>
          <a:ln/>
        </p:spPr>
        <p:txBody>
          <a:bodyPr wrap="none" lIns="0" tIns="0" rIns="0" bIns="0" rtlCol="0" anchor="ctr"/>
          <a:lstStyle/>
          <a:p>
            <a:pPr marL="0" indent="0" algn="l">
              <a:lnSpc>
                <a:spcPct val="100000"/>
              </a:lnSpc>
              <a:buNone/>
            </a:pPr>
            <a:r>
              <a:rPr lang="en-US" sz="1450" noProof="0">
                <a:solidFill>
                  <a:srgbClr val="EBEDF0"/>
                </a:solidFill>
                <a:latin typeface="Geist Light" pitchFamily="34" charset="0"/>
                <a:ea typeface="Geist Light" pitchFamily="34" charset="-122"/>
                <a:cs typeface="Geist Light" pitchFamily="34" charset="-120"/>
              </a:rPr>
              <a:t>01</a:t>
            </a:r>
            <a:endParaRPr lang="en-US" sz="1450" noProof="0"/>
          </a:p>
        </p:txBody>
      </p:sp>
      <p:sp>
        <p:nvSpPr>
          <p:cNvPr id="5" name="Shape 3"/>
          <p:cNvSpPr/>
          <p:nvPr/>
        </p:nvSpPr>
        <p:spPr>
          <a:xfrm>
            <a:off x="661475" y="2868017"/>
            <a:ext cx="3496877" cy="25400"/>
          </a:xfrm>
          <a:prstGeom prst="rect">
            <a:avLst/>
          </a:prstGeom>
          <a:solidFill>
            <a:srgbClr val="49DE80"/>
          </a:solidFill>
          <a:ln/>
        </p:spPr>
        <p:txBody>
          <a:bodyPr/>
          <a:lstStyle/>
          <a:p>
            <a:endParaRPr lang="en-US" noProof="0"/>
          </a:p>
        </p:txBody>
      </p:sp>
      <p:sp>
        <p:nvSpPr>
          <p:cNvPr id="6" name="Text 4"/>
          <p:cNvSpPr/>
          <p:nvPr/>
        </p:nvSpPr>
        <p:spPr>
          <a:xfrm>
            <a:off x="661475" y="3013273"/>
            <a:ext cx="3496877" cy="307082"/>
          </a:xfrm>
          <a:prstGeom prst="rect">
            <a:avLst/>
          </a:prstGeom>
          <a:noFill/>
          <a:ln/>
        </p:spPr>
        <p:txBody>
          <a:bodyPr wrap="square" lIns="0" tIns="0" rIns="0" bIns="0" rtlCol="0" anchor="t"/>
          <a:lstStyle/>
          <a:p>
            <a:pPr marL="0" indent="0" algn="l">
              <a:lnSpc>
                <a:spcPct val="108000"/>
              </a:lnSpc>
              <a:buNone/>
            </a:pPr>
            <a:r>
              <a:rPr lang="en-US" sz="1850" noProof="0">
                <a:solidFill>
                  <a:srgbClr val="EBEDF0"/>
                </a:solidFill>
                <a:latin typeface="Geist Bold" pitchFamily="34" charset="0"/>
                <a:ea typeface="Geist Bold" pitchFamily="34" charset="-122"/>
                <a:cs typeface="Geist Bold" pitchFamily="34" charset="-120"/>
              </a:rPr>
              <a:t>Gemini Nano via ML Kit GenAI</a:t>
            </a:r>
            <a:endParaRPr lang="en-US" sz="1850" noProof="0"/>
          </a:p>
        </p:txBody>
      </p:sp>
      <p:sp>
        <p:nvSpPr>
          <p:cNvPr id="7" name="Text 5"/>
          <p:cNvSpPr/>
          <p:nvPr/>
        </p:nvSpPr>
        <p:spPr>
          <a:xfrm>
            <a:off x="661475" y="3433763"/>
            <a:ext cx="3496877" cy="245666"/>
          </a:xfrm>
          <a:prstGeom prst="rect">
            <a:avLst/>
          </a:prstGeom>
          <a:noFill/>
          <a:ln/>
        </p:spPr>
        <p:txBody>
          <a:bodyPr wrap="square" lIns="0" tIns="0" rIns="0" bIns="0" rtlCol="0" anchor="t"/>
          <a:lstStyle/>
          <a:p>
            <a:pPr marL="0" indent="0" algn="l">
              <a:lnSpc>
                <a:spcPct val="108000"/>
              </a:lnSpc>
              <a:buNone/>
            </a:pPr>
            <a:r>
              <a:rPr lang="en-US" sz="16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A free upgrade, never the foundation</a:t>
            </a:r>
          </a:p>
        </p:txBody>
      </p:sp>
      <p:sp>
        <p:nvSpPr>
          <p:cNvPr id="8" name="Text 6"/>
          <p:cNvSpPr/>
          <p:nvPr/>
        </p:nvSpPr>
        <p:spPr>
          <a:xfrm>
            <a:off x="4347359" y="2562721"/>
            <a:ext cx="378014" cy="245666"/>
          </a:xfrm>
          <a:prstGeom prst="rect">
            <a:avLst/>
          </a:prstGeom>
          <a:noFill/>
          <a:ln/>
        </p:spPr>
        <p:txBody>
          <a:bodyPr wrap="none" lIns="0" tIns="0" rIns="0" bIns="0" rtlCol="0" anchor="ctr"/>
          <a:lstStyle/>
          <a:p>
            <a:pPr marL="0" indent="0" algn="l">
              <a:lnSpc>
                <a:spcPct val="100000"/>
              </a:lnSpc>
              <a:buNone/>
            </a:pPr>
            <a:r>
              <a:rPr lang="en-US" sz="1450" noProof="0">
                <a:solidFill>
                  <a:srgbClr val="EBEDF0"/>
                </a:solidFill>
                <a:latin typeface="Geist Light" pitchFamily="34" charset="0"/>
                <a:ea typeface="Geist Light" pitchFamily="34" charset="-122"/>
                <a:cs typeface="Geist Light" pitchFamily="34" charset="-120"/>
              </a:rPr>
              <a:t>02</a:t>
            </a:r>
            <a:endParaRPr lang="en-US" sz="1450" noProof="0"/>
          </a:p>
        </p:txBody>
      </p:sp>
      <p:sp>
        <p:nvSpPr>
          <p:cNvPr id="9" name="Shape 7"/>
          <p:cNvSpPr/>
          <p:nvPr/>
        </p:nvSpPr>
        <p:spPr>
          <a:xfrm>
            <a:off x="4347359" y="2868017"/>
            <a:ext cx="3496877" cy="25400"/>
          </a:xfrm>
          <a:prstGeom prst="rect">
            <a:avLst/>
          </a:prstGeom>
          <a:solidFill>
            <a:srgbClr val="49DE80"/>
          </a:solidFill>
          <a:ln/>
        </p:spPr>
        <p:txBody>
          <a:bodyPr/>
          <a:lstStyle/>
          <a:p>
            <a:endParaRPr lang="en-US" noProof="0"/>
          </a:p>
        </p:txBody>
      </p:sp>
      <p:sp>
        <p:nvSpPr>
          <p:cNvPr id="10" name="Text 8"/>
          <p:cNvSpPr/>
          <p:nvPr/>
        </p:nvSpPr>
        <p:spPr>
          <a:xfrm>
            <a:off x="4347359" y="3013273"/>
            <a:ext cx="3496877" cy="612648"/>
          </a:xfrm>
          <a:prstGeom prst="rect">
            <a:avLst/>
          </a:prstGeom>
          <a:noFill/>
          <a:ln/>
        </p:spPr>
        <p:txBody>
          <a:bodyPr wrap="square" lIns="0" tIns="0" rIns="0" bIns="0" rtlCol="0" anchor="t"/>
          <a:lstStyle/>
          <a:p>
            <a:pPr marL="0" indent="0" algn="l">
              <a:lnSpc>
                <a:spcPct val="108000"/>
              </a:lnSpc>
              <a:buNone/>
            </a:pPr>
            <a:r>
              <a:rPr lang="en-US" sz="1850" noProof="0">
                <a:solidFill>
                  <a:srgbClr val="EBEDF0"/>
                </a:solidFill>
                <a:latin typeface="Geist Bold" pitchFamily="34" charset="0"/>
                <a:ea typeface="Geist Bold" pitchFamily="34" charset="-122"/>
                <a:cs typeface="Geist Bold" pitchFamily="34" charset="-120"/>
              </a:rPr>
              <a:t>One model to rule them all: Gemma</a:t>
            </a:r>
          </a:p>
        </p:txBody>
      </p:sp>
      <p:sp>
        <p:nvSpPr>
          <p:cNvPr id="11" name="Text 9"/>
          <p:cNvSpPr/>
          <p:nvPr/>
        </p:nvSpPr>
        <p:spPr>
          <a:xfrm>
            <a:off x="4347359" y="3694806"/>
            <a:ext cx="3496877" cy="245666"/>
          </a:xfrm>
          <a:prstGeom prst="rect">
            <a:avLst/>
          </a:prstGeom>
          <a:noFill/>
          <a:ln/>
        </p:spPr>
        <p:txBody>
          <a:bodyPr wrap="square" lIns="0" tIns="0" rIns="0" bIns="0" rtlCol="0" anchor="t"/>
          <a:lstStyle/>
          <a:p>
            <a:pPr marL="0" indent="0" algn="l">
              <a:lnSpc>
                <a:spcPct val="108000"/>
              </a:lnSpc>
              <a:buNone/>
            </a:pPr>
            <a:r>
              <a:rPr lang="en-US" sz="16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…and why it was so slow</a:t>
            </a:r>
          </a:p>
        </p:txBody>
      </p:sp>
      <p:sp>
        <p:nvSpPr>
          <p:cNvPr id="12" name="Text 10"/>
          <p:cNvSpPr/>
          <p:nvPr/>
        </p:nvSpPr>
        <p:spPr>
          <a:xfrm>
            <a:off x="8033244" y="2562721"/>
            <a:ext cx="378014" cy="245666"/>
          </a:xfrm>
          <a:prstGeom prst="rect">
            <a:avLst/>
          </a:prstGeom>
          <a:noFill/>
          <a:ln/>
        </p:spPr>
        <p:txBody>
          <a:bodyPr wrap="none" lIns="0" tIns="0" rIns="0" bIns="0" rtlCol="0" anchor="ctr"/>
          <a:lstStyle/>
          <a:p>
            <a:pPr marL="0" indent="0" algn="l">
              <a:lnSpc>
                <a:spcPct val="100000"/>
              </a:lnSpc>
              <a:buNone/>
            </a:pPr>
            <a:r>
              <a:rPr lang="en-US" sz="1450" noProof="0">
                <a:solidFill>
                  <a:srgbClr val="EBEDF0"/>
                </a:solidFill>
                <a:latin typeface="Geist Light" pitchFamily="34" charset="0"/>
                <a:ea typeface="Geist Light" pitchFamily="34" charset="-122"/>
                <a:cs typeface="Geist Light" pitchFamily="34" charset="-120"/>
              </a:rPr>
              <a:t>03</a:t>
            </a:r>
            <a:endParaRPr lang="en-US" sz="1450" noProof="0"/>
          </a:p>
        </p:txBody>
      </p:sp>
      <p:sp>
        <p:nvSpPr>
          <p:cNvPr id="13" name="Shape 11"/>
          <p:cNvSpPr/>
          <p:nvPr/>
        </p:nvSpPr>
        <p:spPr>
          <a:xfrm>
            <a:off x="8033244" y="2868017"/>
            <a:ext cx="3496877" cy="25400"/>
          </a:xfrm>
          <a:prstGeom prst="rect">
            <a:avLst/>
          </a:prstGeom>
          <a:solidFill>
            <a:srgbClr val="49DE80"/>
          </a:solidFill>
          <a:ln/>
        </p:spPr>
        <p:txBody>
          <a:bodyPr/>
          <a:lstStyle/>
          <a:p>
            <a:endParaRPr lang="en-US" noProof="0"/>
          </a:p>
        </p:txBody>
      </p:sp>
      <p:sp>
        <p:nvSpPr>
          <p:cNvPr id="14" name="Text 12"/>
          <p:cNvSpPr/>
          <p:nvPr/>
        </p:nvSpPr>
        <p:spPr>
          <a:xfrm>
            <a:off x="8033244" y="3013273"/>
            <a:ext cx="3496877" cy="614164"/>
          </a:xfrm>
          <a:prstGeom prst="rect">
            <a:avLst/>
          </a:prstGeom>
          <a:noFill/>
          <a:ln/>
        </p:spPr>
        <p:txBody>
          <a:bodyPr wrap="square" lIns="0" tIns="0" rIns="0" bIns="0" rtlCol="0" anchor="t">
            <a:noAutofit/>
          </a:bodyPr>
          <a:lstStyle/>
          <a:p>
            <a:pPr marL="0" indent="0" algn="l">
              <a:lnSpc>
                <a:spcPct val="108000"/>
              </a:lnSpc>
              <a:buNone/>
            </a:pPr>
            <a:r>
              <a:rPr lang="en-US" sz="1850" noProof="0">
                <a:solidFill>
                  <a:srgbClr val="EBEDF0"/>
                </a:solidFill>
                <a:latin typeface="Geist Bold" pitchFamily="34" charset="0"/>
                <a:ea typeface="Geist Bold" pitchFamily="34" charset="-122"/>
                <a:cs typeface="Geist Bold" pitchFamily="34" charset="-120"/>
              </a:rPr>
              <a:t>Zero-shot detection with MobileCLIP-S2</a:t>
            </a:r>
          </a:p>
        </p:txBody>
      </p:sp>
      <p:sp>
        <p:nvSpPr>
          <p:cNvPr id="15" name="Text 13"/>
          <p:cNvSpPr/>
          <p:nvPr/>
        </p:nvSpPr>
        <p:spPr>
          <a:xfrm>
            <a:off x="8033244" y="3740845"/>
            <a:ext cx="3496877" cy="548640"/>
          </a:xfrm>
          <a:prstGeom prst="rect">
            <a:avLst/>
          </a:prstGeom>
          <a:noFill/>
          <a:ln/>
        </p:spPr>
        <p:txBody>
          <a:bodyPr wrap="square" lIns="0" tIns="0" rIns="0" bIns="0" rtlCol="0" anchor="t"/>
          <a:lstStyle/>
          <a:p>
            <a:pPr marL="0" indent="0" algn="l">
              <a:lnSpc>
                <a:spcPct val="108000"/>
              </a:lnSpc>
              <a:buNone/>
            </a:pPr>
            <a:r>
              <a:rPr lang="en-US" sz="16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A model that compares, not one that writes</a:t>
            </a:r>
          </a:p>
        </p:txBody>
      </p:sp>
      <p:sp>
        <p:nvSpPr>
          <p:cNvPr id="16" name="Text 14"/>
          <p:cNvSpPr/>
          <p:nvPr/>
        </p:nvSpPr>
        <p:spPr>
          <a:xfrm>
            <a:off x="661475" y="4317206"/>
            <a:ext cx="378014" cy="245666"/>
          </a:xfrm>
          <a:prstGeom prst="rect">
            <a:avLst/>
          </a:prstGeom>
          <a:noFill/>
          <a:ln/>
        </p:spPr>
        <p:txBody>
          <a:bodyPr wrap="none" lIns="0" tIns="0" rIns="0" bIns="0" rtlCol="0" anchor="ctr"/>
          <a:lstStyle/>
          <a:p>
            <a:pPr marL="0" indent="0" algn="l">
              <a:lnSpc>
                <a:spcPct val="100000"/>
              </a:lnSpc>
              <a:buNone/>
            </a:pPr>
            <a:r>
              <a:rPr lang="en-US" sz="1450" noProof="0">
                <a:solidFill>
                  <a:srgbClr val="EBEDF0"/>
                </a:solidFill>
                <a:latin typeface="Geist Light" pitchFamily="34" charset="0"/>
                <a:ea typeface="Geist Light" pitchFamily="34" charset="-122"/>
                <a:cs typeface="Geist Light" pitchFamily="34" charset="-120"/>
              </a:rPr>
              <a:t>04</a:t>
            </a:r>
            <a:endParaRPr lang="en-US" sz="1450" noProof="0"/>
          </a:p>
        </p:txBody>
      </p:sp>
      <p:sp>
        <p:nvSpPr>
          <p:cNvPr id="17" name="Shape 15"/>
          <p:cNvSpPr/>
          <p:nvPr/>
        </p:nvSpPr>
        <p:spPr>
          <a:xfrm>
            <a:off x="661475" y="4603651"/>
            <a:ext cx="5339820" cy="25400"/>
          </a:xfrm>
          <a:prstGeom prst="rect">
            <a:avLst/>
          </a:prstGeom>
          <a:solidFill>
            <a:srgbClr val="49DE80"/>
          </a:solidFill>
          <a:ln/>
        </p:spPr>
        <p:txBody>
          <a:bodyPr/>
          <a:lstStyle/>
          <a:p>
            <a:endParaRPr lang="en-US" noProof="0"/>
          </a:p>
        </p:txBody>
      </p:sp>
      <p:sp>
        <p:nvSpPr>
          <p:cNvPr id="18" name="Text 16"/>
          <p:cNvSpPr/>
          <p:nvPr/>
        </p:nvSpPr>
        <p:spPr>
          <a:xfrm>
            <a:off x="661475" y="4767759"/>
            <a:ext cx="5339820" cy="307082"/>
          </a:xfrm>
          <a:prstGeom prst="rect">
            <a:avLst/>
          </a:prstGeom>
          <a:noFill/>
          <a:ln/>
        </p:spPr>
        <p:txBody>
          <a:bodyPr wrap="square" lIns="0" tIns="0" rIns="0" bIns="0" rtlCol="0" anchor="t"/>
          <a:lstStyle/>
          <a:p>
            <a:pPr marL="0" indent="0" algn="l">
              <a:lnSpc>
                <a:spcPct val="108000"/>
              </a:lnSpc>
              <a:buNone/>
            </a:pPr>
            <a:r>
              <a:rPr lang="en-US" sz="1850" noProof="0">
                <a:solidFill>
                  <a:srgbClr val="EBEDF0"/>
                </a:solidFill>
                <a:latin typeface="Geist Bold" pitchFamily="34" charset="0"/>
                <a:ea typeface="Geist Bold" pitchFamily="34" charset="-122"/>
                <a:cs typeface="Geist Bold" pitchFamily="34" charset="-120"/>
              </a:rPr>
              <a:t>Where the LLM earns its place</a:t>
            </a:r>
            <a:endParaRPr lang="en-US" sz="1850" noProof="0"/>
          </a:p>
        </p:txBody>
      </p:sp>
      <p:sp>
        <p:nvSpPr>
          <p:cNvPr id="19" name="Text 17"/>
          <p:cNvSpPr/>
          <p:nvPr/>
        </p:nvSpPr>
        <p:spPr>
          <a:xfrm>
            <a:off x="661475" y="5188248"/>
            <a:ext cx="5339820" cy="245666"/>
          </a:xfrm>
          <a:prstGeom prst="rect">
            <a:avLst/>
          </a:prstGeom>
          <a:noFill/>
          <a:ln/>
        </p:spPr>
        <p:txBody>
          <a:bodyPr wrap="square" lIns="0" tIns="0" rIns="0" bIns="0" rtlCol="0" anchor="t"/>
          <a:lstStyle/>
          <a:p>
            <a:pPr marL="0" indent="0" algn="l">
              <a:lnSpc>
                <a:spcPct val="108000"/>
              </a:lnSpc>
              <a:buNone/>
            </a:pPr>
            <a:r>
              <a:rPr lang="en-US" sz="16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Recipe generation</a:t>
            </a:r>
          </a:p>
        </p:txBody>
      </p:sp>
      <p:sp>
        <p:nvSpPr>
          <p:cNvPr id="20" name="Text 18"/>
          <p:cNvSpPr/>
          <p:nvPr/>
        </p:nvSpPr>
        <p:spPr>
          <a:xfrm>
            <a:off x="6190301" y="4317206"/>
            <a:ext cx="378014" cy="245666"/>
          </a:xfrm>
          <a:prstGeom prst="rect">
            <a:avLst/>
          </a:prstGeom>
          <a:noFill/>
          <a:ln/>
        </p:spPr>
        <p:txBody>
          <a:bodyPr wrap="none" lIns="0" tIns="0" rIns="0" bIns="0" rtlCol="0" anchor="ctr"/>
          <a:lstStyle/>
          <a:p>
            <a:pPr marL="0" indent="0" algn="l">
              <a:lnSpc>
                <a:spcPct val="100000"/>
              </a:lnSpc>
              <a:buNone/>
            </a:pPr>
            <a:r>
              <a:rPr lang="en-US" sz="1450" noProof="0">
                <a:solidFill>
                  <a:srgbClr val="EBEDF0"/>
                </a:solidFill>
                <a:latin typeface="Geist Light" pitchFamily="34" charset="0"/>
                <a:ea typeface="Geist Light" pitchFamily="34" charset="-122"/>
                <a:cs typeface="Geist Light" pitchFamily="34" charset="-120"/>
              </a:rPr>
              <a:t>05</a:t>
            </a:r>
            <a:endParaRPr lang="en-US" sz="1450" noProof="0"/>
          </a:p>
        </p:txBody>
      </p:sp>
      <p:sp>
        <p:nvSpPr>
          <p:cNvPr id="21" name="Shape 19"/>
          <p:cNvSpPr/>
          <p:nvPr/>
        </p:nvSpPr>
        <p:spPr>
          <a:xfrm>
            <a:off x="6190301" y="4603651"/>
            <a:ext cx="5339820" cy="25400"/>
          </a:xfrm>
          <a:prstGeom prst="rect">
            <a:avLst/>
          </a:prstGeom>
          <a:solidFill>
            <a:srgbClr val="49DE80"/>
          </a:solidFill>
          <a:ln/>
        </p:spPr>
        <p:txBody>
          <a:bodyPr/>
          <a:lstStyle/>
          <a:p>
            <a:endParaRPr lang="en-US" noProof="0"/>
          </a:p>
        </p:txBody>
      </p:sp>
      <p:sp>
        <p:nvSpPr>
          <p:cNvPr id="22" name="Text 20"/>
          <p:cNvSpPr/>
          <p:nvPr/>
        </p:nvSpPr>
        <p:spPr>
          <a:xfrm>
            <a:off x="6190301" y="4767759"/>
            <a:ext cx="5339820" cy="307082"/>
          </a:xfrm>
          <a:prstGeom prst="rect">
            <a:avLst/>
          </a:prstGeom>
          <a:noFill/>
          <a:ln/>
        </p:spPr>
        <p:txBody>
          <a:bodyPr wrap="square" lIns="0" tIns="0" rIns="0" bIns="0" rtlCol="0" anchor="t"/>
          <a:lstStyle/>
          <a:p>
            <a:pPr marL="0" indent="0" algn="l">
              <a:lnSpc>
                <a:spcPct val="108000"/>
              </a:lnSpc>
              <a:buNone/>
            </a:pPr>
            <a:r>
              <a:rPr lang="en-US" sz="1850" noProof="0">
                <a:solidFill>
                  <a:srgbClr val="EBEDF0"/>
                </a:solidFill>
                <a:latin typeface="Geist Bold" pitchFamily="34" charset="0"/>
                <a:ea typeface="Geist Bold" pitchFamily="34" charset="-122"/>
                <a:cs typeface="Geist Bold" pitchFamily="34" charset="-120"/>
              </a:rPr>
              <a:t>Distribution</a:t>
            </a:r>
            <a:endParaRPr lang="en-US" sz="1850" noProof="0"/>
          </a:p>
        </p:txBody>
      </p:sp>
      <p:sp>
        <p:nvSpPr>
          <p:cNvPr id="23" name="Text 21"/>
          <p:cNvSpPr/>
          <p:nvPr/>
        </p:nvSpPr>
        <p:spPr>
          <a:xfrm>
            <a:off x="6190301" y="5188248"/>
            <a:ext cx="5339820" cy="245666"/>
          </a:xfrm>
          <a:prstGeom prst="rect">
            <a:avLst/>
          </a:prstGeom>
          <a:noFill/>
          <a:ln/>
        </p:spPr>
        <p:txBody>
          <a:bodyPr wrap="square" lIns="0" tIns="0" rIns="0" bIns="0" rtlCol="0" anchor="t"/>
          <a:lstStyle/>
          <a:p>
            <a:pPr marL="0" indent="0" algn="l">
              <a:lnSpc>
                <a:spcPct val="108000"/>
              </a:lnSpc>
              <a:buNone/>
            </a:pPr>
            <a:r>
              <a:rPr lang="en-US" sz="16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Every model travels differently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22225"/>
            <a:ext cx="4800480" cy="6880225"/>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643334"/>
            <a:ext cx="6296860" cy="278309"/>
          </a:xfrm>
          <a:prstGeom prst="rect">
            <a:avLst/>
          </a:prstGeom>
          <a:noFill/>
          <a:ln/>
        </p:spPr>
        <p:txBody>
          <a:bodyPr wrap="none" lIns="0" tIns="0" rIns="0" bIns="0" rtlCol="0" anchor="t"/>
          <a:lstStyle/>
          <a:p>
            <a:pPr marL="0" indent="0" algn="l">
              <a:lnSpc>
                <a:spcPct val="108000"/>
              </a:lnSpc>
              <a:buNone/>
            </a:pPr>
            <a:r>
              <a:rPr lang="en-US" sz="1850" noProof="0">
                <a:solidFill>
                  <a:srgbClr val="49DE80"/>
                </a:solidFill>
                <a:latin typeface="Geist Bold" pitchFamily="34" charset="0"/>
                <a:ea typeface="Geist Bold" pitchFamily="34" charset="-122"/>
                <a:cs typeface="Geist Bold" pitchFamily="34" charset="-120"/>
              </a:rPr>
              <a:t>CHAPTER 1 · GEMINI NANO</a:t>
            </a:r>
            <a:endParaRPr lang="en-US" sz="1850" noProof="0">
              <a:solidFill>
                <a:srgbClr val="49DE80"/>
              </a:solidFill>
            </a:endParaRPr>
          </a:p>
        </p:txBody>
      </p:sp>
      <p:sp>
        <p:nvSpPr>
          <p:cNvPr id="4" name="Text 1"/>
          <p:cNvSpPr/>
          <p:nvPr/>
        </p:nvSpPr>
        <p:spPr>
          <a:xfrm>
            <a:off x="5233360" y="983655"/>
            <a:ext cx="6296860" cy="556617"/>
          </a:xfrm>
          <a:prstGeom prst="rect">
            <a:avLst/>
          </a:prstGeom>
          <a:noFill/>
          <a:ln/>
        </p:spPr>
        <p:txBody>
          <a:bodyPr wrap="none" lIns="0" tIns="0" rIns="0" bIns="0" rtlCol="0" anchor="t"/>
          <a:lstStyle/>
          <a:p>
            <a:pPr marL="0" indent="0" algn="l">
              <a:lnSpc>
                <a:spcPct val="108000"/>
              </a:lnSpc>
              <a:buNone/>
            </a:pPr>
            <a:r>
              <a:rPr lang="en-US" sz="3700" noProof="0">
                <a:solidFill>
                  <a:srgbClr val="F2F5FA"/>
                </a:solidFill>
                <a:latin typeface="Geist Bold" pitchFamily="34" charset="0"/>
                <a:ea typeface="Geist Bold" pitchFamily="34" charset="-122"/>
                <a:cs typeface="Geist Bold" pitchFamily="34" charset="-120"/>
              </a:rPr>
              <a:t>Starring: Gemini Nano</a:t>
            </a:r>
            <a:endParaRPr lang="en-US" sz="3700" noProof="0"/>
          </a:p>
        </p:txBody>
      </p:sp>
      <p:sp>
        <p:nvSpPr>
          <p:cNvPr id="5" name="Shape 2"/>
          <p:cNvSpPr/>
          <p:nvPr/>
        </p:nvSpPr>
        <p:spPr>
          <a:xfrm>
            <a:off x="5233360" y="1773039"/>
            <a:ext cx="6296860" cy="1176437"/>
          </a:xfrm>
          <a:prstGeom prst="roundRect">
            <a:avLst>
              <a:gd name="adj" fmla="val 6116"/>
            </a:avLst>
          </a:prstGeom>
          <a:solidFill>
            <a:srgbClr val="0F172A">
              <a:alpha val="95000"/>
            </a:srgbClr>
          </a:solidFill>
          <a:ln w="19050">
            <a:solidFill>
              <a:srgbClr val="49DE80"/>
            </a:solidFill>
            <a:prstDash val="solid"/>
          </a:ln>
        </p:spPr>
        <p:txBody>
          <a:bodyPr/>
          <a:lstStyle/>
          <a:p>
            <a:endParaRPr lang="en-US" noProof="0"/>
          </a:p>
        </p:txBody>
      </p:sp>
      <p:sp>
        <p:nvSpPr>
          <p:cNvPr id="6" name="Text 3"/>
          <p:cNvSpPr/>
          <p:nvPr/>
        </p:nvSpPr>
        <p:spPr>
          <a:xfrm>
            <a:off x="5423657" y="1963341"/>
            <a:ext cx="5916266" cy="278309"/>
          </a:xfrm>
          <a:prstGeom prst="rect">
            <a:avLst/>
          </a:prstGeom>
          <a:noFill/>
          <a:ln/>
        </p:spPr>
        <p:txBody>
          <a:bodyPr wrap="none" lIns="0" tIns="0" rIns="0" bIns="0" rtlCol="0" anchor="t"/>
          <a:lstStyle/>
          <a:p>
            <a:pPr marL="0" indent="0" algn="l">
              <a:lnSpc>
                <a:spcPct val="108000"/>
              </a:lnSpc>
              <a:buNone/>
            </a:pPr>
            <a:r>
              <a:rPr lang="en-US" sz="1650" noProof="0">
                <a:solidFill>
                  <a:srgbClr val="EBEDF0"/>
                </a:solidFill>
                <a:latin typeface="Geist Bold" pitchFamily="34" charset="0"/>
                <a:ea typeface="Geist Bold" pitchFamily="34" charset="-122"/>
                <a:cs typeface="Geist Bold" pitchFamily="34" charset="-120"/>
              </a:rPr>
              <a:t>The smallest member of Google’s Gemini family</a:t>
            </a:r>
            <a:endParaRPr lang="en-US" sz="1650" noProof="0"/>
          </a:p>
        </p:txBody>
      </p:sp>
      <p:sp>
        <p:nvSpPr>
          <p:cNvPr id="7" name="Text 4"/>
          <p:cNvSpPr/>
          <p:nvPr/>
        </p:nvSpPr>
        <p:spPr>
          <a:xfrm>
            <a:off x="5423657" y="2334716"/>
            <a:ext cx="5916266" cy="424458"/>
          </a:xfrm>
          <a:prstGeom prst="rect">
            <a:avLst/>
          </a:prstGeom>
          <a:noFill/>
          <a:ln/>
        </p:spPr>
        <p:txBody>
          <a:bodyPr wrap="square" lIns="0" tIns="0" rIns="0" bIns="0" rtlCol="0" anchor="t">
            <a:noAutofit/>
          </a:bodyPr>
          <a:lstStyle/>
          <a:p>
            <a:pPr marL="0" indent="0" algn="l">
              <a:lnSpc>
                <a:spcPct val="103000"/>
              </a:lnSpc>
              <a:buNone/>
            </a:pPr>
            <a:r>
              <a:rPr lang="en-US" sz="14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Distilled to run on a phone. Same DNA as its cloud siblings, shrunk until it fits a phone’s memory and thermal budget</a:t>
            </a:r>
          </a:p>
        </p:txBody>
      </p:sp>
      <p:sp>
        <p:nvSpPr>
          <p:cNvPr id="8" name="Shape 5"/>
          <p:cNvSpPr/>
          <p:nvPr/>
        </p:nvSpPr>
        <p:spPr>
          <a:xfrm>
            <a:off x="5233360" y="3104654"/>
            <a:ext cx="6296860" cy="964208"/>
          </a:xfrm>
          <a:prstGeom prst="roundRect">
            <a:avLst>
              <a:gd name="adj" fmla="val 7462"/>
            </a:avLst>
          </a:prstGeom>
          <a:solidFill>
            <a:srgbClr val="0F172A">
              <a:alpha val="95000"/>
            </a:srgbClr>
          </a:solidFill>
          <a:ln w="19050">
            <a:solidFill>
              <a:srgbClr val="49DE80"/>
            </a:solidFill>
            <a:prstDash val="solid"/>
          </a:ln>
        </p:spPr>
        <p:txBody>
          <a:bodyPr/>
          <a:lstStyle/>
          <a:p>
            <a:endParaRPr lang="en-US" noProof="0"/>
          </a:p>
        </p:txBody>
      </p:sp>
      <p:sp>
        <p:nvSpPr>
          <p:cNvPr id="9" name="Text 6"/>
          <p:cNvSpPr/>
          <p:nvPr/>
        </p:nvSpPr>
        <p:spPr>
          <a:xfrm>
            <a:off x="5423657" y="3294955"/>
            <a:ext cx="5916266" cy="278309"/>
          </a:xfrm>
          <a:prstGeom prst="rect">
            <a:avLst/>
          </a:prstGeom>
          <a:noFill/>
          <a:ln/>
        </p:spPr>
        <p:txBody>
          <a:bodyPr wrap="none" lIns="0" tIns="0" rIns="0" bIns="0" rtlCol="0" anchor="t"/>
          <a:lstStyle/>
          <a:p>
            <a:pPr marL="0" indent="0" algn="l">
              <a:lnSpc>
                <a:spcPct val="108000"/>
              </a:lnSpc>
              <a:buNone/>
            </a:pPr>
            <a:r>
              <a:rPr lang="en-US" sz="1650" noProof="0">
                <a:solidFill>
                  <a:srgbClr val="EBEDF0"/>
                </a:solidFill>
                <a:latin typeface="Geist Bold" pitchFamily="34" charset="0"/>
                <a:ea typeface="Geist Bold" pitchFamily="34" charset="-122"/>
                <a:cs typeface="Geist Bold" pitchFamily="34" charset="-120"/>
              </a:rPr>
              <a:t>Multimodal: photo + text in, text out</a:t>
            </a:r>
            <a:endParaRPr lang="en-US" sz="1650" noProof="0"/>
          </a:p>
        </p:txBody>
      </p:sp>
      <p:sp>
        <p:nvSpPr>
          <p:cNvPr id="10" name="Text 7"/>
          <p:cNvSpPr/>
          <p:nvPr/>
        </p:nvSpPr>
        <p:spPr>
          <a:xfrm>
            <a:off x="5423657" y="3666331"/>
            <a:ext cx="5916266" cy="212229"/>
          </a:xfrm>
          <a:prstGeom prst="rect">
            <a:avLst/>
          </a:prstGeom>
          <a:noFill/>
          <a:ln/>
        </p:spPr>
        <p:txBody>
          <a:bodyPr wrap="none" lIns="0" tIns="0" rIns="0" bIns="0" rtlCol="0" anchor="t"/>
          <a:lstStyle/>
          <a:p>
            <a:pPr>
              <a:lnSpc>
                <a:spcPct val="103000"/>
              </a:lnSpc>
            </a:pPr>
            <a:r>
              <a:rPr lang="en-US" sz="14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Exactly our problem: "look at this fridge, tell me what's inside"</a:t>
            </a:r>
          </a:p>
        </p:txBody>
      </p:sp>
      <p:sp>
        <p:nvSpPr>
          <p:cNvPr id="11" name="Shape 8"/>
          <p:cNvSpPr/>
          <p:nvPr/>
        </p:nvSpPr>
        <p:spPr>
          <a:xfrm>
            <a:off x="5233360" y="4224040"/>
            <a:ext cx="6296860" cy="1176437"/>
          </a:xfrm>
          <a:prstGeom prst="roundRect">
            <a:avLst>
              <a:gd name="adj" fmla="val 6116"/>
            </a:avLst>
          </a:prstGeom>
          <a:solidFill>
            <a:srgbClr val="0F172A">
              <a:alpha val="95000"/>
            </a:srgbClr>
          </a:solidFill>
          <a:ln w="19050">
            <a:solidFill>
              <a:srgbClr val="49DE80"/>
            </a:solidFill>
            <a:prstDash val="solid"/>
          </a:ln>
        </p:spPr>
        <p:txBody>
          <a:bodyPr/>
          <a:lstStyle/>
          <a:p>
            <a:endParaRPr lang="en-US" noProof="0"/>
          </a:p>
        </p:txBody>
      </p:sp>
      <p:sp>
        <p:nvSpPr>
          <p:cNvPr id="12" name="Text 9"/>
          <p:cNvSpPr/>
          <p:nvPr/>
        </p:nvSpPr>
        <p:spPr>
          <a:xfrm>
            <a:off x="5423657" y="4414341"/>
            <a:ext cx="5916266" cy="278309"/>
          </a:xfrm>
          <a:prstGeom prst="rect">
            <a:avLst/>
          </a:prstGeom>
          <a:noFill/>
          <a:ln/>
        </p:spPr>
        <p:txBody>
          <a:bodyPr wrap="none" lIns="0" tIns="0" rIns="0" bIns="0" rtlCol="0" anchor="t"/>
          <a:lstStyle/>
          <a:p>
            <a:pPr marL="0" indent="0" algn="l">
              <a:lnSpc>
                <a:spcPct val="108000"/>
              </a:lnSpc>
              <a:buNone/>
            </a:pPr>
            <a:r>
              <a:rPr lang="en-US" sz="1650" noProof="0">
                <a:solidFill>
                  <a:srgbClr val="EBEDF0"/>
                </a:solidFill>
                <a:latin typeface="Geist Bold" pitchFamily="34" charset="0"/>
                <a:ea typeface="Geist Bold" pitchFamily="34" charset="-122"/>
                <a:cs typeface="Geist Bold" pitchFamily="34" charset="-120"/>
              </a:rPr>
              <a:t>A single shared model per device</a:t>
            </a:r>
            <a:endParaRPr lang="en-US" sz="1650" noProof="0"/>
          </a:p>
        </p:txBody>
      </p:sp>
      <p:sp>
        <p:nvSpPr>
          <p:cNvPr id="13" name="Text 10"/>
          <p:cNvSpPr/>
          <p:nvPr/>
        </p:nvSpPr>
        <p:spPr>
          <a:xfrm>
            <a:off x="5423657" y="4785717"/>
            <a:ext cx="5916266" cy="424458"/>
          </a:xfrm>
          <a:prstGeom prst="rect">
            <a:avLst/>
          </a:prstGeom>
          <a:noFill/>
          <a:ln/>
        </p:spPr>
        <p:txBody>
          <a:bodyPr wrap="square" lIns="0" tIns="0" rIns="0" bIns="0" rtlCol="0" anchor="t">
            <a:noAutofit/>
          </a:bodyPr>
          <a:lstStyle/>
          <a:p>
            <a:pPr marL="0" indent="0" algn="l">
              <a:lnSpc>
                <a:spcPct val="103000"/>
              </a:lnSpc>
              <a:buNone/>
            </a:pPr>
            <a:r>
              <a:rPr lang="en-US" sz="14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Updated by Google Play services: nano-v3 / nano-v4 depending on the device, it improves without you shipping anything</a:t>
            </a:r>
          </a:p>
        </p:txBody>
      </p:sp>
      <p:sp>
        <p:nvSpPr>
          <p:cNvPr id="14" name="Shape 11"/>
          <p:cNvSpPr/>
          <p:nvPr/>
        </p:nvSpPr>
        <p:spPr>
          <a:xfrm>
            <a:off x="5233360" y="5555655"/>
            <a:ext cx="6296860" cy="658912"/>
          </a:xfrm>
          <a:prstGeom prst="roundRect">
            <a:avLst>
              <a:gd name="adj" fmla="val 10919"/>
            </a:avLst>
          </a:prstGeom>
          <a:solidFill>
            <a:srgbClr val="0F172A">
              <a:alpha val="95000"/>
            </a:srgbClr>
          </a:solidFill>
          <a:ln w="19050">
            <a:solidFill>
              <a:srgbClr val="49DE80"/>
            </a:solidFill>
            <a:prstDash val="solid"/>
          </a:ln>
        </p:spPr>
        <p:txBody>
          <a:bodyPr/>
          <a:lstStyle/>
          <a:p>
            <a:endParaRPr lang="en-US" noProof="0"/>
          </a:p>
        </p:txBody>
      </p:sp>
      <p:sp>
        <p:nvSpPr>
          <p:cNvPr id="15" name="Text 12"/>
          <p:cNvSpPr/>
          <p:nvPr/>
        </p:nvSpPr>
        <p:spPr>
          <a:xfrm>
            <a:off x="5423657" y="5745956"/>
            <a:ext cx="5916266" cy="278309"/>
          </a:xfrm>
          <a:prstGeom prst="rect">
            <a:avLst/>
          </a:prstGeom>
          <a:noFill/>
          <a:ln/>
        </p:spPr>
        <p:txBody>
          <a:bodyPr wrap="none" lIns="0" tIns="0" rIns="0" bIns="0" rtlCol="0" anchor="t"/>
          <a:lstStyle/>
          <a:p>
            <a:pPr marL="0" indent="0" algn="l">
              <a:lnSpc>
                <a:spcPct val="108000"/>
              </a:lnSpc>
              <a:buNone/>
            </a:pPr>
            <a:r>
              <a:rPr lang="en-US" sz="1650" noProof="0">
                <a:solidFill>
                  <a:srgbClr val="EBEDF0"/>
                </a:solidFill>
                <a:latin typeface="Geist Bold" pitchFamily="34" charset="0"/>
                <a:ea typeface="Geist Bold" pitchFamily="34" charset="-122"/>
                <a:cs typeface="Geist Bold" pitchFamily="34" charset="-120"/>
              </a:rPr>
              <a:t>The cost to your app: zero megabytes</a:t>
            </a:r>
            <a:endParaRPr lang="en-US" sz="1650" noProof="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799562"/>
            <a:ext cx="10868745" cy="307082"/>
          </a:xfrm>
          <a:prstGeom prst="rect">
            <a:avLst/>
          </a:prstGeom>
          <a:noFill/>
          <a:ln/>
        </p:spPr>
        <p:txBody>
          <a:bodyPr wrap="none" lIns="0" tIns="0" rIns="0" bIns="0" rtlCol="0" anchor="t"/>
          <a:lstStyle/>
          <a:p>
            <a:pPr marL="0" indent="0" algn="l">
              <a:lnSpc>
                <a:spcPct val="108000"/>
              </a:lnSpc>
              <a:buNone/>
            </a:pPr>
            <a:r>
              <a:rPr lang="en-US" sz="1850" noProof="0">
                <a:solidFill>
                  <a:srgbClr val="49DE80"/>
                </a:solidFill>
                <a:latin typeface="Geist Bold" pitchFamily="34" charset="0"/>
                <a:ea typeface="Geist Bold" pitchFamily="34" charset="-122"/>
                <a:cs typeface="Geist Bold" pitchFamily="34" charset="-120"/>
              </a:rPr>
              <a:t>CHAPTER 1 · GEMINI NANO</a:t>
            </a:r>
            <a:endParaRPr lang="en-US" sz="1850" noProof="0">
              <a:solidFill>
                <a:srgbClr val="49DE80"/>
              </a:solidFill>
            </a:endParaRPr>
          </a:p>
        </p:txBody>
      </p:sp>
      <p:sp>
        <p:nvSpPr>
          <p:cNvPr id="3" name="Text 1"/>
          <p:cNvSpPr/>
          <p:nvPr/>
        </p:nvSpPr>
        <p:spPr>
          <a:xfrm>
            <a:off x="661475" y="2182249"/>
            <a:ext cx="10868745" cy="614263"/>
          </a:xfrm>
          <a:prstGeom prst="rect">
            <a:avLst/>
          </a:prstGeom>
          <a:noFill/>
          <a:ln/>
        </p:spPr>
        <p:txBody>
          <a:bodyPr wrap="none" lIns="0" tIns="0" rIns="0" bIns="0" rtlCol="0" anchor="t"/>
          <a:lstStyle/>
          <a:p>
            <a:pPr marL="0" indent="0" algn="l">
              <a:lnSpc>
                <a:spcPct val="108000"/>
              </a:lnSpc>
              <a:buNone/>
            </a:pPr>
            <a:r>
              <a:rPr lang="en-US" sz="3700" noProof="0">
                <a:solidFill>
                  <a:srgbClr val="F2F5FA"/>
                </a:solidFill>
                <a:latin typeface="Geist Bold" pitchFamily="34" charset="0"/>
                <a:ea typeface="Geist Bold" pitchFamily="34" charset="-122"/>
                <a:cs typeface="Geist Bold" pitchFamily="34" charset="-120"/>
              </a:rPr>
              <a:t>The model lives in AICore, not in your app</a:t>
            </a:r>
            <a:endParaRPr lang="en-US" sz="3700" noProof="0"/>
          </a:p>
        </p:txBody>
      </p:sp>
      <p:sp>
        <p:nvSpPr>
          <p:cNvPr id="13" name="Image 0" descr="preencoded.png"/>
          <p:cNvSpPr/>
          <p:nvPr/>
        </p:nvSpPr>
        <p:spPr>
          <a:xfrm>
            <a:off x="636075" y="3188692"/>
            <a:ext cx="50775" cy="2017292"/>
          </a:xfrm>
          <a:prstGeom prst="rect">
            <a:avLst/>
          </a:prstGeom>
          <a:solidFill>
            <a:srgbClr val="49DE80"/>
          </a:solidFill>
          <a:ln w="6338" cap="flat">
            <a:noFill/>
            <a:prstDash val="solid"/>
            <a:miter/>
          </a:ln>
        </p:spPr>
        <p:txBody>
          <a:bodyPr/>
          <a:lstStyle/>
          <a:p>
            <a:endParaRPr lang="en-US" noProof="0"/>
          </a:p>
        </p:txBody>
      </p:sp>
      <p:sp>
        <p:nvSpPr>
          <p:cNvPr id="5" name="Text 2"/>
          <p:cNvSpPr/>
          <p:nvPr/>
        </p:nvSpPr>
        <p:spPr>
          <a:xfrm>
            <a:off x="901281" y="3214092"/>
            <a:ext cx="3225620" cy="614164"/>
          </a:xfrm>
          <a:prstGeom prst="rect">
            <a:avLst/>
          </a:prstGeom>
          <a:noFill/>
          <a:ln/>
        </p:spPr>
        <p:txBody>
          <a:bodyPr wrap="square" lIns="0" tIns="0" rIns="0" bIns="0" rtlCol="0" anchor="t">
            <a:noAutofit/>
          </a:bodyPr>
          <a:lstStyle/>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AICore is an Android system service</a:t>
            </a:r>
            <a:endParaRPr lang="en-US" sz="2000" noProof="0"/>
          </a:p>
        </p:txBody>
      </p:sp>
      <p:sp>
        <p:nvSpPr>
          <p:cNvPr id="6" name="Text 3"/>
          <p:cNvSpPr/>
          <p:nvPr/>
        </p:nvSpPr>
        <p:spPr>
          <a:xfrm>
            <a:off x="901281" y="4002623"/>
            <a:ext cx="3225620" cy="1203361"/>
          </a:xfrm>
          <a:prstGeom prst="rect">
            <a:avLst/>
          </a:prstGeom>
          <a:noFill/>
          <a:ln/>
        </p:spPr>
        <p:txBody>
          <a:bodyPr wrap="square" lIns="0" tIns="0" rIns="0" bIns="0" rtlCol="0" anchor="t">
            <a:noAutofit/>
          </a:bodyPr>
          <a:lstStyle/>
          <a:p>
            <a:pPr marL="0" indent="0" algn="l">
              <a:lnSpc>
                <a:spcPct val="108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It manages weights, storage, updates and hardware acceleration: your app never touches a model file.</a:t>
            </a:r>
          </a:p>
        </p:txBody>
      </p:sp>
      <p:sp>
        <p:nvSpPr>
          <p:cNvPr id="12" name="Image 1" descr="preencoded.png"/>
          <p:cNvSpPr/>
          <p:nvPr/>
        </p:nvSpPr>
        <p:spPr>
          <a:xfrm>
            <a:off x="4337735" y="3188692"/>
            <a:ext cx="50775" cy="2017292"/>
          </a:xfrm>
          <a:prstGeom prst="rect">
            <a:avLst/>
          </a:prstGeom>
          <a:solidFill>
            <a:srgbClr val="49DE80"/>
          </a:solidFill>
          <a:ln w="6338" cap="flat">
            <a:noFill/>
            <a:prstDash val="solid"/>
            <a:miter/>
          </a:ln>
        </p:spPr>
        <p:txBody>
          <a:bodyPr/>
          <a:lstStyle/>
          <a:p>
            <a:endParaRPr lang="en-US" noProof="0"/>
          </a:p>
        </p:txBody>
      </p:sp>
      <p:sp>
        <p:nvSpPr>
          <p:cNvPr id="8" name="Text 4"/>
          <p:cNvSpPr/>
          <p:nvPr/>
        </p:nvSpPr>
        <p:spPr>
          <a:xfrm>
            <a:off x="4602940" y="3214092"/>
            <a:ext cx="3225620" cy="614164"/>
          </a:xfrm>
          <a:prstGeom prst="rect">
            <a:avLst/>
          </a:prstGeom>
          <a:noFill/>
          <a:ln/>
        </p:spPr>
        <p:txBody>
          <a:bodyPr wrap="square" lIns="0" tIns="0" rIns="0" bIns="0" rtlCol="0" anchor="t">
            <a:noAutofit/>
          </a:bodyPr>
          <a:lstStyle/>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Multimodal prompts:</a:t>
            </a:r>
          </a:p>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photo + text in, text out</a:t>
            </a:r>
            <a:endParaRPr lang="en-US" sz="2000" noProof="0"/>
          </a:p>
        </p:txBody>
      </p:sp>
      <p:sp>
        <p:nvSpPr>
          <p:cNvPr id="9" name="Text 5"/>
          <p:cNvSpPr/>
          <p:nvPr/>
        </p:nvSpPr>
        <p:spPr>
          <a:xfrm>
            <a:off x="4602940" y="4002623"/>
            <a:ext cx="3225620" cy="1032673"/>
          </a:xfrm>
          <a:prstGeom prst="rect">
            <a:avLst/>
          </a:prstGeom>
          <a:noFill/>
          <a:ln/>
        </p:spPr>
        <p:txBody>
          <a:bodyPr wrap="square" lIns="0" tIns="0" rIns="0" bIns="0" rtlCol="0" anchor="t">
            <a:noAutofit/>
          </a:bodyPr>
          <a:lstStyle/>
          <a:p>
            <a:pPr marL="0" indent="0" algn="l">
              <a:lnSpc>
                <a:spcPct val="108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It runs on weights you never have to ship, download or update.</a:t>
            </a:r>
          </a:p>
        </p:txBody>
      </p:sp>
      <p:sp>
        <p:nvSpPr>
          <p:cNvPr id="14" name="Image 2" descr="preencoded.png"/>
          <p:cNvSpPr/>
          <p:nvPr/>
        </p:nvSpPr>
        <p:spPr>
          <a:xfrm>
            <a:off x="8039395" y="3188692"/>
            <a:ext cx="50775" cy="2017292"/>
          </a:xfrm>
          <a:prstGeom prst="rect">
            <a:avLst/>
          </a:prstGeom>
          <a:solidFill>
            <a:srgbClr val="49DE80"/>
          </a:solidFill>
          <a:ln w="6338" cap="flat">
            <a:noFill/>
            <a:prstDash val="solid"/>
            <a:miter/>
          </a:ln>
        </p:spPr>
        <p:txBody>
          <a:bodyPr/>
          <a:lstStyle/>
          <a:p>
            <a:endParaRPr lang="en-US" noProof="0"/>
          </a:p>
        </p:txBody>
      </p:sp>
      <p:sp>
        <p:nvSpPr>
          <p:cNvPr id="11" name="Text 6"/>
          <p:cNvSpPr/>
          <p:nvPr/>
        </p:nvSpPr>
        <p:spPr>
          <a:xfrm>
            <a:off x="8304600" y="3214092"/>
            <a:ext cx="3225620" cy="614164"/>
          </a:xfrm>
          <a:prstGeom prst="rect">
            <a:avLst/>
          </a:prstGeom>
          <a:noFill/>
          <a:ln/>
        </p:spPr>
        <p:txBody>
          <a:bodyPr wrap="square" lIns="0" tIns="0" rIns="0" bIns="0" rtlCol="0" anchor="t">
            <a:noAutofit/>
          </a:bodyPr>
          <a:lstStyle/>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The integration is one dependency and one rule…</a:t>
            </a:r>
            <a:endParaRPr lang="en-US" sz="2000" noProof="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566928"/>
            <a:ext cx="10872216" cy="310896"/>
          </a:xfrm>
          <a:prstGeom prst="rect">
            <a:avLst/>
          </a:prstGeom>
          <a:noFill/>
          <a:ln/>
        </p:spPr>
        <p:txBody>
          <a:bodyPr wrap="none" lIns="0" tIns="0" rIns="0" bIns="0" rtlCol="0" anchor="t"/>
          <a:lstStyle/>
          <a:p>
            <a:pPr marL="0" indent="0" algn="l">
              <a:lnSpc>
                <a:spcPct val="108000"/>
              </a:lnSpc>
              <a:buNone/>
            </a:pPr>
            <a:r>
              <a:rPr lang="en-US" sz="1800" noProof="0">
                <a:solidFill>
                  <a:srgbClr val="49DE80"/>
                </a:solidFill>
                <a:latin typeface="Geist Bold"/>
                <a:ea typeface="Geist Bold"/>
                <a:cs typeface="Geist Bold"/>
              </a:rPr>
              <a:t>CHAPTER 1 · </a:t>
            </a:r>
            <a:r>
              <a:rPr lang="en-US" sz="1850" noProof="0">
                <a:solidFill>
                  <a:srgbClr val="49DE80"/>
                </a:solidFill>
                <a:latin typeface="Geist Bold"/>
                <a:ea typeface="Geist Bold"/>
                <a:cs typeface="Geist Bold"/>
              </a:rPr>
              <a:t>GEMINI</a:t>
            </a:r>
            <a:r>
              <a:rPr lang="en-US" sz="1800" noProof="0">
                <a:solidFill>
                  <a:srgbClr val="49DE80"/>
                </a:solidFill>
                <a:latin typeface="Geist Bold"/>
                <a:ea typeface="Geist Bold"/>
                <a:cs typeface="Geist Bold"/>
              </a:rPr>
              <a:t> NANO</a:t>
            </a:r>
          </a:p>
        </p:txBody>
      </p:sp>
      <p:sp>
        <p:nvSpPr>
          <p:cNvPr id="3" name="Text 1"/>
          <p:cNvSpPr/>
          <p:nvPr/>
        </p:nvSpPr>
        <p:spPr>
          <a:xfrm>
            <a:off x="658368" y="896112"/>
            <a:ext cx="10872216" cy="569595"/>
          </a:xfrm>
          <a:prstGeom prst="rect">
            <a:avLst/>
          </a:prstGeom>
          <a:noFill/>
          <a:ln/>
        </p:spPr>
        <p:txBody>
          <a:bodyPr wrap="none" lIns="0" tIns="0" rIns="0" bIns="0" rtlCol="0" anchor="t"/>
          <a:lstStyle/>
          <a:p>
            <a:pPr marL="0" indent="0" algn="l">
              <a:lnSpc>
                <a:spcPct val="108000"/>
              </a:lnSpc>
              <a:buNone/>
            </a:pPr>
            <a:r>
              <a:rPr lang="en-US" sz="3600" noProof="0">
                <a:solidFill>
                  <a:srgbClr val="F2F5FA"/>
                </a:solidFill>
                <a:latin typeface="Geist Bold"/>
                <a:ea typeface="Geist Bold"/>
                <a:cs typeface="Geist Bold"/>
              </a:rPr>
              <a:t>One dependency, one rule: check, then call</a:t>
            </a:r>
          </a:p>
        </p:txBody>
      </p:sp>
      <p:sp>
        <p:nvSpPr>
          <p:cNvPr id="4" name="Shape 2"/>
          <p:cNvSpPr/>
          <p:nvPr/>
        </p:nvSpPr>
        <p:spPr>
          <a:xfrm>
            <a:off x="661475" y="1703832"/>
            <a:ext cx="10868745" cy="4297680"/>
          </a:xfrm>
          <a:prstGeom prst="roundRect">
            <a:avLst>
              <a:gd name="adj" fmla="val 1794"/>
            </a:avLst>
          </a:prstGeom>
          <a:solidFill>
            <a:srgbClr val="1D232D"/>
          </a:solidFill>
          <a:ln/>
        </p:spPr>
        <p:txBody>
          <a:bodyPr/>
          <a:lstStyle/>
          <a:p>
            <a:endParaRPr lang="en-US" noProof="0"/>
          </a:p>
        </p:txBody>
      </p:sp>
      <p:sp>
        <p:nvSpPr>
          <p:cNvPr id="5" name="Shape 3"/>
          <p:cNvSpPr/>
          <p:nvPr/>
        </p:nvSpPr>
        <p:spPr>
          <a:xfrm>
            <a:off x="652645" y="1630680"/>
            <a:ext cx="10886406" cy="4370832"/>
          </a:xfrm>
          <a:prstGeom prst="roundRect">
            <a:avLst>
              <a:gd name="adj" fmla="val 641"/>
            </a:avLst>
          </a:prstGeom>
          <a:solidFill>
            <a:srgbClr val="1D232D"/>
          </a:solidFill>
          <a:ln/>
        </p:spPr>
        <p:txBody>
          <a:bodyPr/>
          <a:lstStyle/>
          <a:p>
            <a:endParaRPr lang="en-US" noProof="0"/>
          </a:p>
        </p:txBody>
      </p:sp>
      <p:sp>
        <p:nvSpPr>
          <p:cNvPr id="6" name="TextBox 5"/>
          <p:cNvSpPr txBox="1"/>
          <p:nvPr/>
        </p:nvSpPr>
        <p:spPr>
          <a:xfrm>
            <a:off x="666835" y="6236208"/>
            <a:ext cx="10872216" cy="365760"/>
          </a:xfrm>
          <a:prstGeom prst="rect">
            <a:avLst/>
          </a:prstGeom>
          <a:noFill/>
        </p:spPr>
        <p:txBody>
          <a:bodyPr wrap="square" lIns="0" tIns="0" rIns="0" bIns="0" anchor="t">
            <a:noAutofit/>
          </a:bodyPr>
          <a:lstStyle/>
          <a:p>
            <a:pPr marL="0" indent="0" algn="l">
              <a:buNone/>
            </a:pPr>
            <a:r>
              <a:rPr lang="en-US" sz="2000" noProof="0">
                <a:solidFill>
                  <a:srgbClr val="49DE80"/>
                </a:solidFill>
                <a:latin typeface="Geist Bold"/>
                <a:ea typeface="Geist Bold"/>
                <a:cs typeface="Geist Bold"/>
              </a:rPr>
              <a:t>Checked on every call: availability changes at runtime.</a:t>
            </a:r>
            <a:endParaRPr lang="en-US" sz="2000" noProof="0"/>
          </a:p>
        </p:txBody>
      </p:sp>
      <p:sp>
        <p:nvSpPr>
          <p:cNvPr id="8" name="TextBox 7"/>
          <p:cNvSpPr txBox="1"/>
          <p:nvPr/>
        </p:nvSpPr>
        <p:spPr>
          <a:xfrm>
            <a:off x="877824" y="1844040"/>
            <a:ext cx="10424160" cy="3931920"/>
          </a:xfrm>
          <a:prstGeom prst="rect">
            <a:avLst/>
          </a:prstGeom>
          <a:noFill/>
        </p:spPr>
        <p:txBody>
          <a:bodyPr wrap="none" lIns="0" tIns="0" rIns="0" bIns="0" anchor="t">
            <a:noAutofit/>
          </a:bodyPr>
          <a:lstStyle/>
          <a:p>
            <a:r>
              <a:rPr lang="en-US" sz="1600" noProof="0">
                <a:solidFill>
                  <a:schemeClr val="bg1"/>
                </a:solidFill>
                <a:highlight>
                  <a:srgbClr val="1D232D"/>
                </a:highlight>
                <a:latin typeface="Consolas" panose="020B0609020204030204" pitchFamily="49" charset="0"/>
                <a:ea typeface="Consolas" pitchFamily="34" charset="-122"/>
                <a:cs typeface="Consolas" panose="020B0609020204030204" pitchFamily="49" charset="0"/>
              </a:rPr>
              <a:t>implementation("com.google.mlkit:genai-prompt:1.0.0-beta2")</a:t>
            </a:r>
            <a:endParaRPr lang="en-US" sz="1600" noProof="0">
              <a:solidFill>
                <a:schemeClr val="bg1"/>
              </a:solidFill>
              <a:latin typeface="Consolas" panose="020B0609020204030204" pitchFamily="49" charset="0"/>
              <a:cs typeface="Consolas" panose="020B0609020204030204" pitchFamily="49" charset="0"/>
            </a:endParaRPr>
          </a:p>
          <a:p>
            <a:pPr marL="0" indent="0" algn="l">
              <a:lnSpc>
                <a:spcPct val="100000"/>
              </a:lnSpc>
              <a:buNone/>
            </a:pPr>
            <a:endParaRPr lang="en-US" sz="1000" noProof="0">
              <a:solidFill>
                <a:srgbClr val="C084FC"/>
              </a:solidFill>
              <a:latin typeface="Consolas"/>
              <a:ea typeface="Consolas"/>
              <a:cs typeface="Consolas"/>
            </a:endParaRPr>
          </a:p>
          <a:p>
            <a:pPr marL="0" indent="0" algn="l">
              <a:lnSpc>
                <a:spcPct val="100000"/>
              </a:lnSpc>
              <a:buNone/>
            </a:pPr>
            <a:endParaRPr lang="en-US" sz="1000" noProof="0">
              <a:solidFill>
                <a:srgbClr val="C084FC"/>
              </a:solidFill>
              <a:latin typeface="Consolas"/>
              <a:ea typeface="Consolas"/>
              <a:cs typeface="Consolas"/>
            </a:endParaRPr>
          </a:p>
          <a:p>
            <a:pPr marL="0" indent="0" algn="l">
              <a:lnSpc>
                <a:spcPct val="100000"/>
              </a:lnSpc>
              <a:buNone/>
            </a:pPr>
            <a:r>
              <a:rPr lang="en-US" sz="1600" noProof="0">
                <a:solidFill>
                  <a:srgbClr val="C084FC"/>
                </a:solidFill>
                <a:latin typeface="Consolas"/>
                <a:ea typeface="Consolas"/>
                <a:cs typeface="Consolas"/>
              </a:rPr>
              <a:t>val </a:t>
            </a:r>
            <a:r>
              <a:rPr lang="en-US" sz="1600" noProof="0">
                <a:solidFill>
                  <a:srgbClr val="F2F5FA"/>
                </a:solidFill>
                <a:latin typeface="Consolas"/>
                <a:ea typeface="Consolas"/>
                <a:cs typeface="Consolas"/>
              </a:rPr>
              <a:t>model = Generation.getClient()</a:t>
            </a:r>
            <a:endParaRPr lang="en-US" sz="1600" noProof="0"/>
          </a:p>
          <a:p>
            <a:pPr marL="0" indent="0" algn="l">
              <a:lnSpc>
                <a:spcPct val="100000"/>
              </a:lnSpc>
              <a:buNone/>
            </a:pPr>
            <a:r>
              <a:rPr lang="en-US" sz="1600" noProof="0">
                <a:solidFill>
                  <a:srgbClr val="F2F5FA"/>
                </a:solidFill>
                <a:latin typeface="Consolas"/>
                <a:ea typeface="Consolas"/>
                <a:cs typeface="Consolas"/>
              </a:rPr>
              <a:t> </a:t>
            </a:r>
            <a:endParaRPr lang="en-US" sz="1600" noProof="0"/>
          </a:p>
          <a:p>
            <a:r>
              <a:rPr lang="en-US" sz="1600" noProof="0">
                <a:solidFill>
                  <a:srgbClr val="C084FC"/>
                </a:solidFill>
                <a:latin typeface="Consolas"/>
                <a:ea typeface="Consolas"/>
                <a:cs typeface="Consolas"/>
              </a:rPr>
              <a:t>suspend fun </a:t>
            </a:r>
            <a:r>
              <a:rPr lang="en-US" sz="1600" noProof="0">
                <a:solidFill>
                  <a:srgbClr val="F2F5FA"/>
                </a:solidFill>
                <a:latin typeface="Consolas"/>
                <a:ea typeface="Consolas"/>
                <a:cs typeface="Consolas"/>
              </a:rPr>
              <a:t>detect(bitmap: Bitmap) =</a:t>
            </a:r>
          </a:p>
          <a:p>
            <a:r>
              <a:rPr lang="en-US" sz="1600" noProof="0">
                <a:solidFill>
                  <a:srgbClr val="F2F5FA"/>
                </a:solidFill>
                <a:latin typeface="Consolas"/>
                <a:ea typeface="Consolas"/>
                <a:cs typeface="Consolas"/>
              </a:rPr>
              <a:t>    </a:t>
            </a:r>
            <a:r>
              <a:rPr lang="en-US" sz="1600" noProof="0">
                <a:solidFill>
                  <a:srgbClr val="C084FC"/>
                </a:solidFill>
                <a:latin typeface="Consolas"/>
                <a:ea typeface="Consolas"/>
                <a:cs typeface="Consolas"/>
              </a:rPr>
              <a:t>when</a:t>
            </a:r>
            <a:r>
              <a:rPr lang="en-US" sz="1600" noProof="0">
                <a:solidFill>
                  <a:srgbClr val="F2F5FA"/>
                </a:solidFill>
                <a:latin typeface="Consolas"/>
                <a:ea typeface="Consolas"/>
                <a:cs typeface="Consolas"/>
              </a:rPr>
              <a:t> (model.</a:t>
            </a:r>
            <a:r>
              <a:rPr lang="en-US" sz="1600" noProof="0">
                <a:solidFill>
                  <a:srgbClr val="F59E0B"/>
                </a:solidFill>
                <a:latin typeface="Consolas"/>
                <a:ea typeface="Consolas"/>
                <a:cs typeface="Consolas"/>
              </a:rPr>
              <a:t>checkStatus()</a:t>
            </a:r>
            <a:r>
              <a:rPr lang="en-US" sz="1600" noProof="0">
                <a:solidFill>
                  <a:srgbClr val="F2F5FA"/>
                </a:solidFill>
                <a:latin typeface="Consolas"/>
                <a:ea typeface="Consolas"/>
                <a:cs typeface="Consolas"/>
              </a:rPr>
              <a:t>) {</a:t>
            </a:r>
            <a:r>
              <a:rPr lang="en-US" sz="1600" noProof="0">
                <a:solidFill>
                  <a:srgbClr val="94A3B8"/>
                </a:solidFill>
                <a:latin typeface="Consolas"/>
                <a:ea typeface="Consolas"/>
                <a:cs typeface="Consolas"/>
              </a:rPr>
              <a:t>   // runtime, not compile time</a:t>
            </a:r>
          </a:p>
          <a:p>
            <a:r>
              <a:rPr lang="en-US" sz="1600" noProof="0">
                <a:solidFill>
                  <a:srgbClr val="F2F5FA"/>
                </a:solidFill>
                <a:latin typeface="Consolas"/>
                <a:ea typeface="Consolas"/>
                <a:cs typeface="Consolas"/>
              </a:rPr>
              <a:t>        FeatureStatus.</a:t>
            </a:r>
            <a:r>
              <a:rPr lang="en-US" sz="1600" noProof="0">
                <a:solidFill>
                  <a:srgbClr val="49DE80"/>
                </a:solidFill>
                <a:latin typeface="Consolas"/>
                <a:ea typeface="Consolas"/>
                <a:cs typeface="Consolas"/>
              </a:rPr>
              <a:t>AVAILABLE</a:t>
            </a:r>
            <a:r>
              <a:rPr lang="en-US" sz="1600" noProof="0">
                <a:solidFill>
                  <a:srgbClr val="F2F5FA"/>
                </a:solidFill>
                <a:latin typeface="Consolas"/>
                <a:ea typeface="Consolas"/>
                <a:cs typeface="Consolas"/>
              </a:rPr>
              <a:t> -&gt; detectWithNano(bitmap)</a:t>
            </a:r>
          </a:p>
          <a:p>
            <a:r>
              <a:rPr lang="en-US" sz="1600" noProof="0">
                <a:solidFill>
                  <a:srgbClr val="F2F5FA"/>
                </a:solidFill>
                <a:latin typeface="Consolas"/>
                <a:ea typeface="Consolas"/>
                <a:cs typeface="Consolas"/>
              </a:rPr>
              <a:t>        FeatureStatus.</a:t>
            </a:r>
            <a:r>
              <a:rPr lang="en-US" sz="1600" noProof="0">
                <a:solidFill>
                  <a:srgbClr val="49DE80"/>
                </a:solidFill>
                <a:latin typeface="Consolas"/>
                <a:ea typeface="Consolas"/>
                <a:cs typeface="Consolas"/>
              </a:rPr>
              <a:t>DOWNLOADABLE</a:t>
            </a:r>
            <a:r>
              <a:rPr lang="en-US" sz="1600" noProof="0">
                <a:solidFill>
                  <a:srgbClr val="F2F5FA"/>
                </a:solidFill>
                <a:latin typeface="Consolas"/>
                <a:ea typeface="Consolas"/>
                <a:cs typeface="Consolas"/>
              </a:rPr>
              <a:t> -&gt; {</a:t>
            </a:r>
          </a:p>
          <a:p>
            <a:r>
              <a:rPr lang="en-US" sz="1600" noProof="0">
                <a:solidFill>
                  <a:srgbClr val="F2F5FA"/>
                </a:solidFill>
                <a:latin typeface="Consolas"/>
                <a:ea typeface="Consolas"/>
                <a:cs typeface="Consolas"/>
              </a:rPr>
              <a:t>            scope.launch { model.download().collect() }</a:t>
            </a:r>
            <a:r>
              <a:rPr lang="en-US" sz="1600" noProof="0">
                <a:solidFill>
                  <a:srgbClr val="94A3B8"/>
                </a:solidFill>
                <a:latin typeface="Consolas"/>
                <a:ea typeface="Consolas"/>
                <a:cs typeface="Consolas"/>
              </a:rPr>
              <a:t>   // download in background</a:t>
            </a:r>
          </a:p>
          <a:p>
            <a:r>
              <a:rPr lang="en-US" sz="1600" noProof="0">
                <a:solidFill>
                  <a:srgbClr val="F2F5FA"/>
                </a:solidFill>
                <a:latin typeface="Consolas"/>
                <a:ea typeface="Consolas"/>
                <a:cs typeface="Consolas"/>
              </a:rPr>
              <a:t>            clip.detect(bitmap)</a:t>
            </a:r>
            <a:r>
              <a:rPr lang="en-US" sz="1600" noProof="0">
                <a:solidFill>
                  <a:srgbClr val="94A3B8"/>
                </a:solidFill>
                <a:latin typeface="Consolas"/>
                <a:ea typeface="Consolas"/>
                <a:cs typeface="Consolas"/>
              </a:rPr>
              <a:t>                           // fallback</a:t>
            </a:r>
          </a:p>
          <a:p>
            <a:r>
              <a:rPr lang="en-US" sz="1600" noProof="0">
                <a:solidFill>
                  <a:srgbClr val="F2F5FA"/>
                </a:solidFill>
                <a:latin typeface="Consolas"/>
                <a:ea typeface="Consolas"/>
                <a:cs typeface="Consolas"/>
              </a:rPr>
              <a:t>        }</a:t>
            </a:r>
          </a:p>
          <a:p>
            <a:r>
              <a:rPr lang="en-US" sz="1600" noProof="0">
                <a:solidFill>
                  <a:srgbClr val="F2F5FA"/>
                </a:solidFill>
                <a:latin typeface="Consolas"/>
                <a:ea typeface="Consolas"/>
                <a:cs typeface="Consolas"/>
              </a:rPr>
              <a:t>        </a:t>
            </a:r>
            <a:r>
              <a:rPr lang="en-US" sz="1600" noProof="0">
                <a:solidFill>
                  <a:srgbClr val="C084FC"/>
                </a:solidFill>
                <a:latin typeface="Consolas"/>
                <a:ea typeface="Consolas"/>
                <a:cs typeface="Consolas"/>
              </a:rPr>
              <a:t>else</a:t>
            </a:r>
            <a:r>
              <a:rPr lang="en-US" sz="1600" noProof="0">
                <a:solidFill>
                  <a:srgbClr val="F2F5FA"/>
                </a:solidFill>
                <a:latin typeface="Consolas"/>
                <a:ea typeface="Consolas"/>
                <a:cs typeface="Consolas"/>
              </a:rPr>
              <a:t> -&gt; clip.detect(bitmap)</a:t>
            </a:r>
            <a:r>
              <a:rPr lang="en-US" sz="1600" noProof="0">
                <a:solidFill>
                  <a:srgbClr val="94A3B8"/>
                </a:solidFill>
                <a:latin typeface="Consolas"/>
                <a:ea typeface="Consolas"/>
                <a:cs typeface="Consolas"/>
              </a:rPr>
              <a:t>   // fallback: MobileCLIP, not an error</a:t>
            </a:r>
          </a:p>
          <a:p>
            <a:r>
              <a:rPr lang="en-US" sz="1600" noProof="0">
                <a:solidFill>
                  <a:srgbClr val="F2F5FA"/>
                </a:solidFill>
                <a:latin typeface="Consolas"/>
                <a:ea typeface="Consolas"/>
                <a:cs typeface="Consolas"/>
              </a:rPr>
              <a:t>    }</a:t>
            </a:r>
          </a:p>
          <a:p>
            <a:r>
              <a:rPr lang="en-US" sz="1600" noProof="0">
                <a:solidFill>
                  <a:srgbClr val="F2F5FA"/>
                </a:solidFill>
                <a:latin typeface="Consolas"/>
                <a:ea typeface="Consolas"/>
                <a:cs typeface="Consolas"/>
              </a:rPr>
              <a:t> </a:t>
            </a:r>
          </a:p>
          <a:p>
            <a:r>
              <a:rPr lang="en-US" sz="1600" noProof="0">
                <a:solidFill>
                  <a:srgbClr val="C084FC"/>
                </a:solidFill>
                <a:latin typeface="Consolas"/>
                <a:ea typeface="Consolas"/>
                <a:cs typeface="Consolas"/>
              </a:rPr>
              <a:t>suspend fun </a:t>
            </a:r>
            <a:r>
              <a:rPr lang="en-US" sz="1600" noProof="0">
                <a:solidFill>
                  <a:srgbClr val="F2F5FA"/>
                </a:solidFill>
                <a:latin typeface="Consolas"/>
                <a:ea typeface="Consolas"/>
                <a:cs typeface="Consolas"/>
              </a:rPr>
              <a:t>detectWithNano(bitmap: Bitmap) = model.generateContent(</a:t>
            </a:r>
          </a:p>
          <a:p>
            <a:r>
              <a:rPr lang="en-US" sz="1600" noProof="0">
                <a:solidFill>
                  <a:srgbClr val="F2F5FA"/>
                </a:solidFill>
                <a:latin typeface="Consolas"/>
                <a:ea typeface="Consolas"/>
                <a:cs typeface="Consolas"/>
              </a:rPr>
              <a:t>    generateContentRequest(ImagePart(bitmap), TextPart(prompt)) { temperature = </a:t>
            </a:r>
            <a:r>
              <a:rPr lang="en-US" sz="1600" noProof="0">
                <a:solidFill>
                  <a:srgbClr val="F59E0B"/>
                </a:solidFill>
                <a:latin typeface="Consolas"/>
                <a:ea typeface="Consolas"/>
                <a:cs typeface="Consolas"/>
              </a:rPr>
              <a:t>0.2f</a:t>
            </a:r>
            <a:r>
              <a:rPr lang="en-US" sz="1600" noProof="0">
                <a:solidFill>
                  <a:srgbClr val="F2F5FA"/>
                </a:solidFill>
                <a:latin typeface="Consolas"/>
                <a:ea typeface="Consolas"/>
                <a:cs typeface="Consolas"/>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22225"/>
            <a:ext cx="4800480" cy="6880225"/>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587831"/>
            <a:ext cx="6296860" cy="259060"/>
          </a:xfrm>
          <a:prstGeom prst="rect">
            <a:avLst/>
          </a:prstGeom>
          <a:noFill/>
          <a:ln/>
        </p:spPr>
        <p:txBody>
          <a:bodyPr wrap="none" lIns="0" tIns="0" rIns="0" bIns="0" rtlCol="0" anchor="t"/>
          <a:lstStyle/>
          <a:p>
            <a:pPr marL="0" indent="0" algn="l">
              <a:lnSpc>
                <a:spcPct val="108000"/>
              </a:lnSpc>
              <a:buNone/>
            </a:pPr>
            <a:r>
              <a:rPr lang="en-US" sz="1850" noProof="0">
                <a:solidFill>
                  <a:srgbClr val="49DE80"/>
                </a:solidFill>
                <a:latin typeface="Geist Bold" pitchFamily="34" charset="0"/>
                <a:ea typeface="Geist Bold" pitchFamily="34" charset="-122"/>
                <a:cs typeface="Geist Bold" pitchFamily="34" charset="-120"/>
              </a:rPr>
              <a:t>CHAPTER 2 · ONE MODEL TO RULE THEM ALL</a:t>
            </a:r>
            <a:endParaRPr lang="en-US" sz="1850" noProof="0">
              <a:solidFill>
                <a:srgbClr val="49DE80"/>
              </a:solidFill>
            </a:endParaRPr>
          </a:p>
        </p:txBody>
      </p:sp>
      <p:sp>
        <p:nvSpPr>
          <p:cNvPr id="4" name="Text 1"/>
          <p:cNvSpPr/>
          <p:nvPr/>
        </p:nvSpPr>
        <p:spPr>
          <a:xfrm>
            <a:off x="5233360" y="900668"/>
            <a:ext cx="6296860" cy="518319"/>
          </a:xfrm>
          <a:prstGeom prst="rect">
            <a:avLst/>
          </a:prstGeom>
          <a:noFill/>
          <a:ln/>
        </p:spPr>
        <p:txBody>
          <a:bodyPr wrap="none" lIns="0" tIns="0" rIns="0" bIns="0" rtlCol="0" anchor="t"/>
          <a:lstStyle/>
          <a:p>
            <a:pPr marL="0" indent="0" algn="l">
              <a:lnSpc>
                <a:spcPct val="108000"/>
              </a:lnSpc>
              <a:buNone/>
            </a:pPr>
            <a:r>
              <a:rPr lang="en-US" sz="3450" noProof="0">
                <a:solidFill>
                  <a:srgbClr val="F2F5FA"/>
                </a:solidFill>
                <a:latin typeface="Geist Bold" pitchFamily="34" charset="0"/>
                <a:ea typeface="Geist Bold" pitchFamily="34" charset="-122"/>
                <a:cs typeface="Geist Bold" pitchFamily="34" charset="-120"/>
              </a:rPr>
              <a:t>Starring: Gemma 4 E2B</a:t>
            </a:r>
            <a:endParaRPr lang="en-US" sz="3450" noProof="0"/>
          </a:p>
        </p:txBody>
      </p:sp>
      <p:sp>
        <p:nvSpPr>
          <p:cNvPr id="5" name="Shape 2"/>
          <p:cNvSpPr/>
          <p:nvPr/>
        </p:nvSpPr>
        <p:spPr>
          <a:xfrm>
            <a:off x="5233360" y="1730526"/>
            <a:ext cx="6296860" cy="1078706"/>
          </a:xfrm>
          <a:prstGeom prst="roundRect">
            <a:avLst>
              <a:gd name="adj" fmla="val 6210"/>
            </a:avLst>
          </a:prstGeom>
          <a:solidFill>
            <a:srgbClr val="0F172A">
              <a:alpha val="95000"/>
            </a:srgbClr>
          </a:solidFill>
          <a:ln w="19050">
            <a:solidFill>
              <a:srgbClr val="49DE80"/>
            </a:solidFill>
            <a:prstDash val="solid"/>
          </a:ln>
        </p:spPr>
        <p:txBody>
          <a:bodyPr/>
          <a:lstStyle/>
          <a:p>
            <a:endParaRPr lang="en-US" noProof="0"/>
          </a:p>
        </p:txBody>
      </p:sp>
      <p:sp>
        <p:nvSpPr>
          <p:cNvPr id="6" name="Text 3"/>
          <p:cNvSpPr/>
          <p:nvPr/>
        </p:nvSpPr>
        <p:spPr>
          <a:xfrm>
            <a:off x="5411851" y="1909020"/>
            <a:ext cx="5939880" cy="259060"/>
          </a:xfrm>
          <a:prstGeom prst="rect">
            <a:avLst/>
          </a:prstGeom>
          <a:noFill/>
          <a:ln/>
        </p:spPr>
        <p:txBody>
          <a:bodyPr wrap="none" lIns="0" tIns="0" rIns="0" bIns="0" rtlCol="0" anchor="t"/>
          <a:lstStyle/>
          <a:p>
            <a:pPr marL="0" indent="0" algn="l">
              <a:lnSpc>
                <a:spcPct val="108000"/>
              </a:lnSpc>
              <a:buNone/>
            </a:pPr>
            <a:r>
              <a:rPr lang="en-US" sz="1600" noProof="0">
                <a:solidFill>
                  <a:srgbClr val="EBEDF0"/>
                </a:solidFill>
                <a:latin typeface="Geist Bold" pitchFamily="34" charset="0"/>
                <a:ea typeface="Geist Bold" pitchFamily="34" charset="-122"/>
                <a:cs typeface="Geist Bold" pitchFamily="34" charset="-120"/>
              </a:rPr>
              <a:t>Google’s open-weights family</a:t>
            </a:r>
            <a:endParaRPr lang="en-US" sz="1600" noProof="0"/>
          </a:p>
        </p:txBody>
      </p:sp>
      <p:sp>
        <p:nvSpPr>
          <p:cNvPr id="7" name="Text 4"/>
          <p:cNvSpPr/>
          <p:nvPr/>
        </p:nvSpPr>
        <p:spPr>
          <a:xfrm>
            <a:off x="5411851" y="2248745"/>
            <a:ext cx="5939880" cy="381992"/>
          </a:xfrm>
          <a:prstGeom prst="rect">
            <a:avLst/>
          </a:prstGeom>
          <a:noFill/>
          <a:ln/>
        </p:spPr>
        <p:txBody>
          <a:bodyPr wrap="square" lIns="0" tIns="0" rIns="0" bIns="0" rtlCol="0" anchor="t">
            <a:noAutofit/>
          </a:bodyPr>
          <a:lstStyle/>
          <a:p>
            <a:pPr marL="0" indent="0" algn="l">
              <a:lnSpc>
                <a:spcPct val="100000"/>
              </a:lnSpc>
              <a:buNone/>
            </a:pPr>
            <a:r>
              <a:rPr lang="en-US" sz="14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Gemini’s downloadable sibling. The weights are yours to bundle and ship in your app; no per-call billing, no server</a:t>
            </a:r>
          </a:p>
        </p:txBody>
      </p:sp>
      <p:sp>
        <p:nvSpPr>
          <p:cNvPr id="8" name="Shape 5"/>
          <p:cNvSpPr/>
          <p:nvPr/>
        </p:nvSpPr>
        <p:spPr>
          <a:xfrm>
            <a:off x="5233360" y="2943773"/>
            <a:ext cx="6296860" cy="1078706"/>
          </a:xfrm>
          <a:prstGeom prst="roundRect">
            <a:avLst>
              <a:gd name="adj" fmla="val 6210"/>
            </a:avLst>
          </a:prstGeom>
          <a:solidFill>
            <a:srgbClr val="0F172A">
              <a:alpha val="95000"/>
            </a:srgbClr>
          </a:solidFill>
          <a:ln w="19050">
            <a:solidFill>
              <a:srgbClr val="49DE80"/>
            </a:solidFill>
            <a:prstDash val="solid"/>
          </a:ln>
        </p:spPr>
        <p:txBody>
          <a:bodyPr/>
          <a:lstStyle/>
          <a:p>
            <a:endParaRPr lang="en-US" noProof="0"/>
          </a:p>
        </p:txBody>
      </p:sp>
      <p:sp>
        <p:nvSpPr>
          <p:cNvPr id="9" name="Text 6"/>
          <p:cNvSpPr/>
          <p:nvPr/>
        </p:nvSpPr>
        <p:spPr>
          <a:xfrm>
            <a:off x="5411851" y="3122267"/>
            <a:ext cx="5939880" cy="259060"/>
          </a:xfrm>
          <a:prstGeom prst="rect">
            <a:avLst/>
          </a:prstGeom>
          <a:noFill/>
          <a:ln/>
        </p:spPr>
        <p:txBody>
          <a:bodyPr wrap="none" lIns="0" tIns="0" rIns="0" bIns="0" rtlCol="0" anchor="t"/>
          <a:lstStyle/>
          <a:p>
            <a:pPr marL="0" indent="0" algn="l">
              <a:lnSpc>
                <a:spcPct val="108000"/>
              </a:lnSpc>
              <a:buNone/>
            </a:pPr>
            <a:r>
              <a:rPr lang="en-US" sz="1600" noProof="0">
                <a:solidFill>
                  <a:srgbClr val="EBEDF0"/>
                </a:solidFill>
                <a:latin typeface="Geist Bold" pitchFamily="34" charset="0"/>
                <a:ea typeface="Geist Bold" pitchFamily="34" charset="-122"/>
                <a:cs typeface="Geist Bold" pitchFamily="34" charset="-120"/>
              </a:rPr>
              <a:t>'4 E2B' = 4th generation, 2 billion effective parameters</a:t>
            </a:r>
            <a:endParaRPr lang="en-US" sz="1600" noProof="0"/>
          </a:p>
        </p:txBody>
      </p:sp>
      <p:sp>
        <p:nvSpPr>
          <p:cNvPr id="10" name="Text 7"/>
          <p:cNvSpPr/>
          <p:nvPr/>
        </p:nvSpPr>
        <p:spPr>
          <a:xfrm>
            <a:off x="5411851" y="3461992"/>
            <a:ext cx="5939880" cy="381992"/>
          </a:xfrm>
          <a:prstGeom prst="rect">
            <a:avLst/>
          </a:prstGeom>
          <a:noFill/>
          <a:ln/>
        </p:spPr>
        <p:txBody>
          <a:bodyPr wrap="square" lIns="0" tIns="0" rIns="0" bIns="0" rtlCol="0" anchor="t">
            <a:noAutofit/>
          </a:bodyPr>
          <a:lstStyle/>
          <a:p>
            <a:pPr marL="0" indent="0" algn="l">
              <a:lnSpc>
                <a:spcPct val="100000"/>
              </a:lnSpc>
              <a:buNone/>
            </a:pPr>
            <a:r>
              <a:rPr lang="en-US" sz="14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Designed for phones. Memory tricks give big-model quality with a phone-sized RAM footprint; instruction-tuned</a:t>
            </a:r>
          </a:p>
        </p:txBody>
      </p:sp>
      <p:sp>
        <p:nvSpPr>
          <p:cNvPr id="11" name="Shape 8"/>
          <p:cNvSpPr/>
          <p:nvPr/>
        </p:nvSpPr>
        <p:spPr>
          <a:xfrm>
            <a:off x="5233360" y="4157020"/>
            <a:ext cx="6296860" cy="1078706"/>
          </a:xfrm>
          <a:prstGeom prst="roundRect">
            <a:avLst>
              <a:gd name="adj" fmla="val 6210"/>
            </a:avLst>
          </a:prstGeom>
          <a:solidFill>
            <a:srgbClr val="0F172A">
              <a:alpha val="95000"/>
            </a:srgbClr>
          </a:solidFill>
          <a:ln w="19050">
            <a:solidFill>
              <a:srgbClr val="49DE80"/>
            </a:solidFill>
            <a:prstDash val="solid"/>
          </a:ln>
        </p:spPr>
        <p:txBody>
          <a:bodyPr/>
          <a:lstStyle/>
          <a:p>
            <a:endParaRPr lang="en-US" noProof="0"/>
          </a:p>
        </p:txBody>
      </p:sp>
      <p:sp>
        <p:nvSpPr>
          <p:cNvPr id="12" name="Text 9"/>
          <p:cNvSpPr/>
          <p:nvPr/>
        </p:nvSpPr>
        <p:spPr>
          <a:xfrm>
            <a:off x="5411851" y="4335514"/>
            <a:ext cx="5939880" cy="259060"/>
          </a:xfrm>
          <a:prstGeom prst="rect">
            <a:avLst/>
          </a:prstGeom>
          <a:noFill/>
          <a:ln/>
        </p:spPr>
        <p:txBody>
          <a:bodyPr wrap="none" lIns="0" tIns="0" rIns="0" bIns="0" rtlCol="0" anchor="t"/>
          <a:lstStyle/>
          <a:p>
            <a:pPr marL="0" indent="0" algn="l">
              <a:lnSpc>
                <a:spcPct val="108000"/>
              </a:lnSpc>
              <a:buNone/>
            </a:pPr>
            <a:r>
              <a:rPr lang="en-US" sz="1600" noProof="0">
                <a:solidFill>
                  <a:srgbClr val="EBEDF0"/>
                </a:solidFill>
                <a:latin typeface="Geist Bold" pitchFamily="34" charset="0"/>
                <a:ea typeface="Geist Bold" pitchFamily="34" charset="-122"/>
                <a:cs typeface="Geist Bold" pitchFamily="34" charset="-120"/>
              </a:rPr>
              <a:t>Multimodal: a vision encoder feeds the language model</a:t>
            </a:r>
            <a:endParaRPr lang="en-US" sz="1600" noProof="0"/>
          </a:p>
        </p:txBody>
      </p:sp>
      <p:sp>
        <p:nvSpPr>
          <p:cNvPr id="13" name="Text 10"/>
          <p:cNvSpPr/>
          <p:nvPr/>
        </p:nvSpPr>
        <p:spPr>
          <a:xfrm>
            <a:off x="5411851" y="4675239"/>
            <a:ext cx="5939880" cy="381992"/>
          </a:xfrm>
          <a:prstGeom prst="rect">
            <a:avLst/>
          </a:prstGeom>
          <a:noFill/>
          <a:ln/>
        </p:spPr>
        <p:txBody>
          <a:bodyPr wrap="square" lIns="0" tIns="0" rIns="0" bIns="0" rtlCol="0" anchor="t">
            <a:normAutofit lnSpcReduction="10000"/>
          </a:bodyPr>
          <a:lstStyle/>
          <a:p>
            <a:pPr marL="0" indent="0" algn="l">
              <a:lnSpc>
                <a:spcPct val="100000"/>
              </a:lnSpc>
              <a:buNone/>
            </a:pPr>
            <a:r>
              <a:rPr lang="en-US" sz="1250" noProof="0">
                <a:solidFill>
                  <a:srgbClr val="94A3B8"/>
                </a:solidFill>
                <a:latin typeface="Geist" pitchFamily="34" charset="0"/>
                <a:ea typeface="Geist" pitchFamily="34" charset="-122"/>
                <a:cs typeface="Geist" pitchFamily="34" charset="-120"/>
              </a:rPr>
              <a:t>It can look AND write. Exactly what a fridge scanner needs, and it can also generate the </a:t>
            </a:r>
            <a:r>
              <a:rPr lang="en-US" sz="14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recipes</a:t>
            </a:r>
          </a:p>
        </p:txBody>
      </p:sp>
      <p:sp>
        <p:nvSpPr>
          <p:cNvPr id="14" name="Shape 11"/>
          <p:cNvSpPr/>
          <p:nvPr/>
        </p:nvSpPr>
        <p:spPr>
          <a:xfrm>
            <a:off x="5233360" y="5370266"/>
            <a:ext cx="6296860" cy="887710"/>
          </a:xfrm>
          <a:prstGeom prst="roundRect">
            <a:avLst>
              <a:gd name="adj" fmla="val 7546"/>
            </a:avLst>
          </a:prstGeom>
          <a:solidFill>
            <a:srgbClr val="0F172A">
              <a:alpha val="95000"/>
            </a:srgbClr>
          </a:solidFill>
          <a:ln w="19050">
            <a:solidFill>
              <a:srgbClr val="49DE80"/>
            </a:solidFill>
            <a:prstDash val="solid"/>
          </a:ln>
        </p:spPr>
        <p:txBody>
          <a:bodyPr/>
          <a:lstStyle/>
          <a:p>
            <a:endParaRPr lang="en-US" noProof="0"/>
          </a:p>
        </p:txBody>
      </p:sp>
      <p:sp>
        <p:nvSpPr>
          <p:cNvPr id="15" name="Text 12"/>
          <p:cNvSpPr/>
          <p:nvPr/>
        </p:nvSpPr>
        <p:spPr>
          <a:xfrm>
            <a:off x="5411851" y="5548761"/>
            <a:ext cx="5939880" cy="161231"/>
          </a:xfrm>
          <a:prstGeom prst="rect">
            <a:avLst/>
          </a:prstGeom>
          <a:noFill/>
          <a:ln/>
        </p:spPr>
        <p:txBody>
          <a:bodyPr wrap="none" lIns="0" tIns="0" rIns="0" bIns="0" rtlCol="0" anchor="t"/>
          <a:lstStyle/>
          <a:p>
            <a:pPr marL="0" indent="0" algn="l">
              <a:lnSpc>
                <a:spcPct val="108000"/>
              </a:lnSpc>
              <a:buNone/>
            </a:pPr>
            <a:r>
              <a:rPr lang="en-US" sz="1600" noProof="0">
                <a:solidFill>
                  <a:srgbClr val="EBEDF0"/>
                </a:solidFill>
                <a:latin typeface="Geist Bold" pitchFamily="34" charset="0"/>
                <a:ea typeface="Geist Bold" pitchFamily="34" charset="-122"/>
                <a:cs typeface="Geist Bold" pitchFamily="34" charset="-120"/>
              </a:rPr>
              <a:t>Via LiteRT-LM on every Android</a:t>
            </a:r>
            <a:endParaRPr lang="en-US" sz="1600" noProof="0"/>
          </a:p>
        </p:txBody>
      </p:sp>
      <p:sp>
        <p:nvSpPr>
          <p:cNvPr id="16" name="Text 13"/>
          <p:cNvSpPr/>
          <p:nvPr/>
        </p:nvSpPr>
        <p:spPr>
          <a:xfrm>
            <a:off x="5411851" y="5888486"/>
            <a:ext cx="5939880" cy="190996"/>
          </a:xfrm>
          <a:prstGeom prst="rect">
            <a:avLst/>
          </a:prstGeom>
          <a:noFill/>
          <a:ln/>
        </p:spPr>
        <p:txBody>
          <a:bodyPr wrap="none" lIns="0" tIns="0" rIns="0" bIns="0" rtlCol="0" anchor="t"/>
          <a:lstStyle/>
          <a:p>
            <a:pPr marL="0" indent="0" algn="l">
              <a:lnSpc>
                <a:spcPct val="100000"/>
              </a:lnSpc>
              <a:buNone/>
            </a:pPr>
            <a:r>
              <a:rPr lang="en-US" sz="14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One model, one integration, both jobs: detection AND recipes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603504"/>
            <a:ext cx="10872216" cy="310896"/>
          </a:xfrm>
          <a:prstGeom prst="rect">
            <a:avLst/>
          </a:prstGeom>
          <a:noFill/>
          <a:ln/>
        </p:spPr>
        <p:txBody>
          <a:bodyPr wrap="none" lIns="0" tIns="0" rIns="0" bIns="0" rtlCol="0" anchor="t"/>
          <a:lstStyle/>
          <a:p>
            <a:pPr marL="0" indent="0" algn="l">
              <a:lnSpc>
                <a:spcPct val="108000"/>
              </a:lnSpc>
              <a:buNone/>
            </a:pPr>
            <a:r>
              <a:rPr lang="en-US" sz="1850" noProof="0">
                <a:solidFill>
                  <a:srgbClr val="49DE80"/>
                </a:solidFill>
                <a:latin typeface="Geist Bold"/>
                <a:ea typeface="Geist Bold"/>
                <a:cs typeface="Geist Bold"/>
              </a:rPr>
              <a:t>CHAPTER 2 · ONE MODEL TO RULE THEM ALL</a:t>
            </a:r>
          </a:p>
        </p:txBody>
      </p:sp>
      <p:sp>
        <p:nvSpPr>
          <p:cNvPr id="3" name="Text 1"/>
          <p:cNvSpPr/>
          <p:nvPr/>
        </p:nvSpPr>
        <p:spPr>
          <a:xfrm>
            <a:off x="658368" y="944880"/>
            <a:ext cx="10872216" cy="594360"/>
          </a:xfrm>
          <a:prstGeom prst="rect">
            <a:avLst/>
          </a:prstGeom>
          <a:noFill/>
          <a:ln/>
        </p:spPr>
        <p:txBody>
          <a:bodyPr wrap="none" lIns="0" tIns="0" rIns="0" bIns="0" rtlCol="0" anchor="t"/>
          <a:lstStyle/>
          <a:p>
            <a:pPr marL="0" indent="0" algn="l">
              <a:lnSpc>
                <a:spcPct val="108000"/>
              </a:lnSpc>
              <a:buNone/>
            </a:pPr>
            <a:r>
              <a:rPr lang="en-US" sz="3700" noProof="0">
                <a:solidFill>
                  <a:srgbClr val="F2F5FA"/>
                </a:solidFill>
                <a:latin typeface="Geist Bold"/>
                <a:ea typeface="Geist Bold"/>
                <a:cs typeface="Geist Bold"/>
              </a:rPr>
              <a:t>Ask the LLM to look, and to write</a:t>
            </a:r>
          </a:p>
        </p:txBody>
      </p:sp>
      <p:sp>
        <p:nvSpPr>
          <p:cNvPr id="4" name="Shape 2"/>
          <p:cNvSpPr/>
          <p:nvPr/>
        </p:nvSpPr>
        <p:spPr>
          <a:xfrm>
            <a:off x="661475" y="1859280"/>
            <a:ext cx="10868745" cy="2971800"/>
          </a:xfrm>
          <a:prstGeom prst="roundRect">
            <a:avLst>
              <a:gd name="adj" fmla="val 2801"/>
            </a:avLst>
          </a:prstGeom>
          <a:solidFill>
            <a:srgbClr val="1D232D"/>
          </a:solidFill>
          <a:ln/>
        </p:spPr>
        <p:txBody>
          <a:bodyPr/>
          <a:lstStyle/>
          <a:p>
            <a:endParaRPr lang="en-US" noProof="0"/>
          </a:p>
        </p:txBody>
      </p:sp>
      <p:sp>
        <p:nvSpPr>
          <p:cNvPr id="5" name="Shape 3"/>
          <p:cNvSpPr/>
          <p:nvPr/>
        </p:nvSpPr>
        <p:spPr>
          <a:xfrm>
            <a:off x="652049" y="1859280"/>
            <a:ext cx="10887596" cy="2971800"/>
          </a:xfrm>
          <a:prstGeom prst="roundRect">
            <a:avLst>
              <a:gd name="adj" fmla="val 1000"/>
            </a:avLst>
          </a:prstGeom>
          <a:solidFill>
            <a:srgbClr val="1D232D"/>
          </a:solidFill>
          <a:ln/>
        </p:spPr>
        <p:txBody>
          <a:bodyPr/>
          <a:lstStyle/>
          <a:p>
            <a:endParaRPr lang="en-US" noProof="0"/>
          </a:p>
        </p:txBody>
      </p:sp>
      <p:sp>
        <p:nvSpPr>
          <p:cNvPr id="7" name="TextBox 6"/>
          <p:cNvSpPr txBox="1"/>
          <p:nvPr/>
        </p:nvSpPr>
        <p:spPr>
          <a:xfrm>
            <a:off x="886968" y="2060448"/>
            <a:ext cx="10424160" cy="2743200"/>
          </a:xfrm>
          <a:prstGeom prst="rect">
            <a:avLst/>
          </a:prstGeom>
          <a:noFill/>
        </p:spPr>
        <p:txBody>
          <a:bodyPr wrap="none" lIns="0" tIns="0" rIns="0" bIns="0" anchor="t">
            <a:noAutofit/>
          </a:bodyPr>
          <a:lstStyle/>
          <a:p>
            <a:pPr marL="0" indent="0" algn="l">
              <a:lnSpc>
                <a:spcPct val="100000"/>
              </a:lnSpc>
              <a:buNone/>
            </a:pPr>
            <a:r>
              <a:rPr lang="en-US" sz="1600" noProof="0">
                <a:solidFill>
                  <a:srgbClr val="C084FC"/>
                </a:solidFill>
                <a:latin typeface="Consolas"/>
                <a:ea typeface="Consolas"/>
                <a:cs typeface="Consolas"/>
              </a:rPr>
              <a:t>val </a:t>
            </a:r>
            <a:r>
              <a:rPr lang="en-US" sz="1600" noProof="0">
                <a:solidFill>
                  <a:srgbClr val="F2F5FA"/>
                </a:solidFill>
                <a:latin typeface="Consolas"/>
                <a:ea typeface="Consolas"/>
                <a:cs typeface="Consolas"/>
              </a:rPr>
              <a:t>prompt = </a:t>
            </a:r>
            <a:r>
              <a:rPr lang="en-US" sz="1600" noProof="0">
                <a:solidFill>
                  <a:srgbClr val="7DD3FC"/>
                </a:solidFill>
                <a:latin typeface="Consolas"/>
                <a:ea typeface="Consolas"/>
                <a:cs typeface="Consolas"/>
              </a:rPr>
              <a:t>"""</a:t>
            </a:r>
            <a:endParaRPr lang="en-US" sz="1600" noProof="0"/>
          </a:p>
          <a:p>
            <a:pPr marL="0" indent="0" algn="l">
              <a:lnSpc>
                <a:spcPct val="100000"/>
              </a:lnSpc>
              <a:buNone/>
            </a:pPr>
            <a:r>
              <a:rPr lang="en-US" sz="1600" noProof="0">
                <a:solidFill>
                  <a:srgbClr val="7DD3FC"/>
                </a:solidFill>
                <a:latin typeface="Consolas"/>
                <a:ea typeface="Consolas"/>
                <a:cs typeface="Consolas"/>
              </a:rPr>
              <a:t>    This is a photo of the inside of a $place.</a:t>
            </a:r>
            <a:endParaRPr lang="en-US" sz="1600" noProof="0"/>
          </a:p>
          <a:p>
            <a:pPr marL="0" indent="0" algn="l">
              <a:lnSpc>
                <a:spcPct val="100000"/>
              </a:lnSpc>
              <a:buNone/>
            </a:pPr>
            <a:r>
              <a:rPr lang="en-US" sz="1600" noProof="0">
                <a:solidFill>
                  <a:srgbClr val="7DD3FC"/>
                </a:solidFill>
                <a:latin typeface="Consolas"/>
                <a:ea typeface="Consolas"/>
                <a:cs typeface="Consolas"/>
              </a:rPr>
              <a:t>    Identify the food ingredients you can see, </a:t>
            </a:r>
            <a:r>
              <a:rPr lang="en-US" sz="1600" noProof="0">
                <a:solidFill>
                  <a:srgbClr val="F59E0B"/>
                </a:solidFill>
                <a:latin typeface="Consolas"/>
                <a:ea typeface="Consolas"/>
                <a:cs typeface="Consolas"/>
              </a:rPr>
              <a:t>at most 15</a:t>
            </a:r>
            <a:r>
              <a:rPr lang="en-US" sz="1600" noProof="0">
                <a:solidFill>
                  <a:srgbClr val="7DD3FC"/>
                </a:solidFill>
                <a:latin typeface="Consolas"/>
                <a:ea typeface="Consolas"/>
                <a:cs typeface="Consolas"/>
              </a:rPr>
              <a:t>.</a:t>
            </a:r>
            <a:endParaRPr lang="en-US" sz="1600" noProof="0"/>
          </a:p>
          <a:p>
            <a:pPr marL="0" indent="0" algn="l">
              <a:lnSpc>
                <a:spcPct val="100000"/>
              </a:lnSpc>
              <a:buNone/>
            </a:pPr>
            <a:r>
              <a:rPr lang="en-US" sz="1600" noProof="0">
                <a:solidFill>
                  <a:srgbClr val="7DD3FC"/>
                </a:solidFill>
                <a:latin typeface="Consolas"/>
                <a:ea typeface="Consolas"/>
                <a:cs typeface="Consolas"/>
              </a:rPr>
              <a:t>    Respond with </a:t>
            </a:r>
            <a:r>
              <a:rPr lang="en-US" sz="1600" noProof="0">
                <a:solidFill>
                  <a:srgbClr val="F59E0B"/>
                </a:solidFill>
                <a:latin typeface="Consolas"/>
                <a:ea typeface="Consolas"/>
                <a:cs typeface="Consolas"/>
              </a:rPr>
              <a:t>ONLY</a:t>
            </a:r>
            <a:r>
              <a:rPr lang="en-US" sz="1600" noProof="0">
                <a:solidFill>
                  <a:srgbClr val="7DD3FC"/>
                </a:solidFill>
                <a:latin typeface="Consolas"/>
                <a:ea typeface="Consolas"/>
                <a:cs typeface="Consolas"/>
              </a:rPr>
              <a:t> a JSON array (no markdown, no extra text):</a:t>
            </a:r>
            <a:endParaRPr lang="en-US" sz="1600" noProof="0"/>
          </a:p>
          <a:p>
            <a:pPr marL="0" indent="0" algn="l">
              <a:lnSpc>
                <a:spcPct val="100000"/>
              </a:lnSpc>
              <a:buNone/>
            </a:pPr>
            <a:r>
              <a:rPr lang="en-US" sz="1600" noProof="0">
                <a:solidFill>
                  <a:srgbClr val="7DD3FC"/>
                </a:solidFill>
                <a:latin typeface="Consolas"/>
                <a:ea typeface="Consolas"/>
                <a:cs typeface="Consolas"/>
              </a:rPr>
              <a:t>    [{"name": "...", "quantity": "..."}]</a:t>
            </a:r>
            <a:endParaRPr lang="en-US" sz="1600" noProof="0"/>
          </a:p>
          <a:p>
            <a:pPr marL="0" indent="0" algn="l">
              <a:lnSpc>
                <a:spcPct val="100000"/>
              </a:lnSpc>
              <a:buNone/>
            </a:pPr>
            <a:r>
              <a:rPr lang="en-US" sz="1600" noProof="0">
                <a:solidFill>
                  <a:srgbClr val="7DD3FC"/>
                </a:solidFill>
                <a:latin typeface="Consolas"/>
                <a:ea typeface="Consolas"/>
                <a:cs typeface="Consolas"/>
              </a:rPr>
              <a:t>    Only include items you actually see. Use common English ingredient names.</a:t>
            </a:r>
            <a:endParaRPr lang="en-US" sz="1600" noProof="0"/>
          </a:p>
          <a:p>
            <a:pPr marL="0" indent="0" algn="l">
              <a:lnSpc>
                <a:spcPct val="100000"/>
              </a:lnSpc>
              <a:buNone/>
            </a:pPr>
            <a:r>
              <a:rPr lang="en-US" sz="1600" noProof="0">
                <a:solidFill>
                  <a:srgbClr val="7DD3FC"/>
                </a:solidFill>
                <a:latin typeface="Consolas"/>
                <a:ea typeface="Consolas"/>
                <a:cs typeface="Consolas"/>
              </a:rPr>
              <a:t>"""</a:t>
            </a:r>
            <a:r>
              <a:rPr lang="en-US" sz="1600" noProof="0">
                <a:solidFill>
                  <a:srgbClr val="F2F5FA"/>
                </a:solidFill>
                <a:latin typeface="Consolas"/>
                <a:ea typeface="Consolas"/>
                <a:cs typeface="Consolas"/>
              </a:rPr>
              <a:t>.trimIndent()</a:t>
            </a:r>
            <a:endParaRPr lang="en-US" sz="1600" noProof="0"/>
          </a:p>
          <a:p>
            <a:pPr marL="0" indent="0" algn="l">
              <a:lnSpc>
                <a:spcPct val="100000"/>
              </a:lnSpc>
              <a:buNone/>
            </a:pPr>
            <a:r>
              <a:rPr lang="en-US" sz="1600" noProof="0">
                <a:solidFill>
                  <a:srgbClr val="F2F5FA"/>
                </a:solidFill>
                <a:latin typeface="Consolas"/>
                <a:ea typeface="Consolas"/>
                <a:cs typeface="Consolas"/>
              </a:rPr>
              <a:t> </a:t>
            </a:r>
            <a:endParaRPr lang="en-US" sz="1600" noProof="0"/>
          </a:p>
          <a:p>
            <a:pPr marL="0" indent="0" algn="l">
              <a:lnSpc>
                <a:spcPct val="100000"/>
              </a:lnSpc>
              <a:buNone/>
            </a:pPr>
            <a:r>
              <a:rPr lang="en-US" sz="1600" noProof="0">
                <a:solidFill>
                  <a:srgbClr val="F2F5FA"/>
                </a:solidFill>
                <a:latin typeface="Consolas"/>
                <a:ea typeface="Consolas"/>
                <a:cs typeface="Consolas"/>
              </a:rPr>
              <a:t>conversation.sendMessage(Contents.of(Content.Text(prompt), Content.ImageBytes(jpeg)))</a:t>
            </a:r>
            <a:endParaRPr lang="en-US" sz="1600" noProof="0"/>
          </a:p>
          <a:p>
            <a:pPr marL="0" indent="0" algn="l">
              <a:lnSpc>
                <a:spcPct val="100000"/>
              </a:lnSpc>
              <a:buNone/>
            </a:pPr>
            <a:r>
              <a:rPr lang="en-US" sz="1600" noProof="0">
                <a:solidFill>
                  <a:srgbClr val="94A3B8"/>
                </a:solidFill>
                <a:latin typeface="Consolas"/>
                <a:ea typeface="Consolas"/>
                <a:cs typeface="Consolas"/>
              </a:rPr>
              <a:t>// → JSON parsing, silent retries if malformed</a:t>
            </a:r>
            <a:endParaRPr lang="en-US" sz="1600" noProof="0"/>
          </a:p>
        </p:txBody>
      </p:sp>
      <p:sp>
        <p:nvSpPr>
          <p:cNvPr id="8" name="TextBox 7"/>
          <p:cNvSpPr txBox="1"/>
          <p:nvPr/>
        </p:nvSpPr>
        <p:spPr>
          <a:xfrm>
            <a:off x="658368" y="4968240"/>
            <a:ext cx="10872216" cy="640080"/>
          </a:xfrm>
          <a:prstGeom prst="rect">
            <a:avLst/>
          </a:prstGeom>
          <a:noFill/>
        </p:spPr>
        <p:txBody>
          <a:bodyPr wrap="square" lIns="0" tIns="0" rIns="0" bIns="0" anchor="t">
            <a:noAutofit/>
          </a:bodyPr>
          <a:lstStyle/>
          <a:p>
            <a:pPr marL="0" indent="0" algn="l">
              <a:buNone/>
            </a:pPr>
            <a:r>
              <a:rPr lang="en-US" sz="1800" noProof="0">
                <a:solidFill>
                  <a:srgbClr val="F2F5FA"/>
                </a:solidFill>
                <a:latin typeface="Geist"/>
                <a:ea typeface="Geist"/>
                <a:cs typeface="Geist"/>
              </a:rPr>
              <a:t>Detection as a prompting problem: no dataset, no training. Just ask.</a:t>
            </a:r>
            <a:endParaRPr lang="en-US" sz="1800" noProof="0"/>
          </a:p>
        </p:txBody>
      </p:sp>
      <p:sp>
        <p:nvSpPr>
          <p:cNvPr id="9" name="TextBox 8"/>
          <p:cNvSpPr txBox="1"/>
          <p:nvPr/>
        </p:nvSpPr>
        <p:spPr>
          <a:xfrm>
            <a:off x="658368" y="5654040"/>
            <a:ext cx="10872216" cy="731520"/>
          </a:xfrm>
          <a:prstGeom prst="rect">
            <a:avLst/>
          </a:prstGeom>
          <a:noFill/>
        </p:spPr>
        <p:txBody>
          <a:bodyPr wrap="square" lIns="0" tIns="0" rIns="0" bIns="0" anchor="t">
            <a:noAutofit/>
          </a:bodyPr>
          <a:lstStyle/>
          <a:p>
            <a:pPr marL="0" indent="0" algn="ctr">
              <a:buNone/>
            </a:pPr>
            <a:r>
              <a:rPr lang="en-US" sz="4000" noProof="0">
                <a:solidFill>
                  <a:srgbClr val="49DE80"/>
                </a:solidFill>
                <a:latin typeface="Geist Bold"/>
                <a:ea typeface="Geist Bold"/>
                <a:cs typeface="Geist Bold"/>
              </a:rPr>
              <a:t>What could possibly go wrong?</a:t>
            </a:r>
            <a:endParaRPr lang="en-US" sz="4000" noProof="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475" y="951813"/>
            <a:ext cx="10868745" cy="307082"/>
          </a:xfrm>
          <a:prstGeom prst="rect">
            <a:avLst/>
          </a:prstGeom>
          <a:noFill/>
          <a:ln/>
        </p:spPr>
        <p:txBody>
          <a:bodyPr wrap="none" lIns="0" tIns="0" rIns="0" bIns="0" rtlCol="0" anchor="t"/>
          <a:lstStyle/>
          <a:p>
            <a:pPr>
              <a:lnSpc>
                <a:spcPct val="108000"/>
              </a:lnSpc>
            </a:pPr>
            <a:r>
              <a:rPr lang="en-US" noProof="0">
                <a:solidFill>
                  <a:srgbClr val="49DE80"/>
                </a:solidFill>
                <a:latin typeface="Geist Bold"/>
                <a:ea typeface="Geist Bold"/>
                <a:cs typeface="Geist Bold"/>
              </a:rPr>
              <a:t>CHAPTER 2 · WHY IT WAS SO SLOW</a:t>
            </a:r>
          </a:p>
        </p:txBody>
      </p:sp>
      <p:sp>
        <p:nvSpPr>
          <p:cNvPr id="3" name="Text 1"/>
          <p:cNvSpPr/>
          <p:nvPr/>
        </p:nvSpPr>
        <p:spPr>
          <a:xfrm>
            <a:off x="661475" y="1334500"/>
            <a:ext cx="10868745" cy="614263"/>
          </a:xfrm>
          <a:prstGeom prst="rect">
            <a:avLst/>
          </a:prstGeom>
          <a:noFill/>
          <a:ln/>
        </p:spPr>
        <p:txBody>
          <a:bodyPr wrap="none" lIns="0" tIns="0" rIns="0" bIns="0" rtlCol="0" anchor="t"/>
          <a:lstStyle/>
          <a:p>
            <a:pPr marL="0" indent="0" algn="l">
              <a:lnSpc>
                <a:spcPct val="108000"/>
              </a:lnSpc>
              <a:buNone/>
            </a:pPr>
            <a:r>
              <a:rPr lang="en-US" sz="3700" noProof="0">
                <a:solidFill>
                  <a:srgbClr val="F2F5FA"/>
                </a:solidFill>
                <a:latin typeface="Geist Bold" pitchFamily="34" charset="0"/>
                <a:ea typeface="Geist Bold" pitchFamily="34" charset="-122"/>
                <a:cs typeface="Geist Bold" pitchFamily="34" charset="-120"/>
              </a:rPr>
              <a:t>The two-phase cost of multimodal LLMs</a:t>
            </a:r>
            <a:endParaRPr lang="en-US" sz="3700" noProof="0"/>
          </a:p>
        </p:txBody>
      </p:sp>
      <p:sp>
        <p:nvSpPr>
          <p:cNvPr id="4" name="Shape 2"/>
          <p:cNvSpPr/>
          <p:nvPr/>
        </p:nvSpPr>
        <p:spPr>
          <a:xfrm>
            <a:off x="661475" y="2646758"/>
            <a:ext cx="5339820" cy="1461945"/>
          </a:xfrm>
          <a:prstGeom prst="roundRect">
            <a:avLst>
              <a:gd name="adj" fmla="val 5978"/>
            </a:avLst>
          </a:prstGeom>
          <a:solidFill>
            <a:srgbClr val="0F172A"/>
          </a:solidFill>
          <a:ln w="19050">
            <a:solidFill>
              <a:srgbClr val="49DE80"/>
            </a:solidFill>
            <a:prstDash val="solid"/>
          </a:ln>
        </p:spPr>
        <p:txBody>
          <a:bodyPr/>
          <a:lstStyle/>
          <a:p>
            <a:endParaRPr lang="en-US" noProof="0"/>
          </a:p>
        </p:txBody>
      </p:sp>
      <p:sp>
        <p:nvSpPr>
          <p:cNvPr id="5" name="Text 3"/>
          <p:cNvSpPr/>
          <p:nvPr/>
        </p:nvSpPr>
        <p:spPr>
          <a:xfrm>
            <a:off x="869531" y="2891397"/>
            <a:ext cx="4923707" cy="307082"/>
          </a:xfrm>
          <a:prstGeom prst="rect">
            <a:avLst/>
          </a:prstGeom>
          <a:noFill/>
          <a:ln/>
        </p:spPr>
        <p:txBody>
          <a:bodyPr wrap="none" lIns="0" tIns="0" rIns="0" bIns="0" rtlCol="0" anchor="t"/>
          <a:lstStyle/>
          <a:p>
            <a:pPr marL="0" indent="0" algn="l">
              <a:lnSpc>
                <a:spcPct val="108000"/>
              </a:lnSpc>
              <a:buNone/>
            </a:pPr>
            <a:r>
              <a:rPr lang="en-US" sz="1900" noProof="0">
                <a:solidFill>
                  <a:srgbClr val="EBEDF0"/>
                </a:solidFill>
                <a:latin typeface="Geist Bold" pitchFamily="34" charset="0"/>
                <a:ea typeface="Geist Bold" pitchFamily="34" charset="-122"/>
                <a:cs typeface="Geist Bold" pitchFamily="34" charset="-120"/>
              </a:rPr>
              <a:t>Phase 1: prefill</a:t>
            </a:r>
            <a:endParaRPr lang="en-US" sz="1900" noProof="0"/>
          </a:p>
        </p:txBody>
      </p:sp>
      <p:sp>
        <p:nvSpPr>
          <p:cNvPr id="6" name="Text 4"/>
          <p:cNvSpPr/>
          <p:nvPr/>
        </p:nvSpPr>
        <p:spPr>
          <a:xfrm>
            <a:off x="869531" y="3348462"/>
            <a:ext cx="4923707" cy="491331"/>
          </a:xfrm>
          <a:prstGeom prst="rect">
            <a:avLst/>
          </a:prstGeom>
          <a:noFill/>
          <a:ln/>
        </p:spPr>
        <p:txBody>
          <a:bodyPr wrap="square" lIns="0" tIns="0" rIns="0" bIns="0" rtlCol="0" anchor="t">
            <a:noAutofit/>
          </a:bodyPr>
          <a:lstStyle/>
          <a:p>
            <a:pPr marL="0" indent="0" algn="l">
              <a:lnSpc>
                <a:spcPct val="108000"/>
              </a:lnSpc>
              <a:buNone/>
            </a:pPr>
            <a:r>
              <a:rPr lang="en-US" sz="1700" noProof="0">
                <a:solidFill>
                  <a:srgbClr val="94A3B8"/>
                </a:solidFill>
                <a:latin typeface="Geist" pitchFamily="34" charset="0"/>
                <a:ea typeface="Geist" pitchFamily="34" charset="-122"/>
                <a:cs typeface="Geist" pitchFamily="34" charset="-120"/>
              </a:rPr>
              <a:t>The photo becomes hundreds of image tokens, all processed before any output appears.</a:t>
            </a:r>
            <a:endParaRPr lang="en-US" sz="1700" noProof="0">
              <a:solidFill>
                <a:srgbClr val="94A3B8"/>
              </a:solidFill>
            </a:endParaRPr>
          </a:p>
        </p:txBody>
      </p:sp>
      <p:sp>
        <p:nvSpPr>
          <p:cNvPr id="7" name="Shape 5"/>
          <p:cNvSpPr/>
          <p:nvPr/>
        </p:nvSpPr>
        <p:spPr>
          <a:xfrm>
            <a:off x="6190301" y="2646759"/>
            <a:ext cx="5339919" cy="1461944"/>
          </a:xfrm>
          <a:prstGeom prst="roundRect">
            <a:avLst>
              <a:gd name="adj" fmla="val 5978"/>
            </a:avLst>
          </a:prstGeom>
          <a:solidFill>
            <a:srgbClr val="0F172A"/>
          </a:solidFill>
          <a:ln w="19050">
            <a:solidFill>
              <a:srgbClr val="49DE80"/>
            </a:solidFill>
            <a:prstDash val="solid"/>
          </a:ln>
        </p:spPr>
        <p:txBody>
          <a:bodyPr/>
          <a:lstStyle/>
          <a:p>
            <a:endParaRPr lang="en-US" noProof="0"/>
          </a:p>
        </p:txBody>
      </p:sp>
      <p:sp>
        <p:nvSpPr>
          <p:cNvPr id="8" name="Text 6"/>
          <p:cNvSpPr/>
          <p:nvPr/>
        </p:nvSpPr>
        <p:spPr>
          <a:xfrm>
            <a:off x="6398358" y="2891397"/>
            <a:ext cx="4923806" cy="307082"/>
          </a:xfrm>
          <a:prstGeom prst="rect">
            <a:avLst/>
          </a:prstGeom>
          <a:noFill/>
          <a:ln/>
        </p:spPr>
        <p:txBody>
          <a:bodyPr wrap="none" lIns="0" tIns="0" rIns="0" bIns="0" rtlCol="0" anchor="t"/>
          <a:lstStyle/>
          <a:p>
            <a:pPr marL="0" indent="0" algn="l">
              <a:lnSpc>
                <a:spcPct val="108000"/>
              </a:lnSpc>
              <a:buNone/>
            </a:pPr>
            <a:r>
              <a:rPr lang="en-US" sz="1900" noProof="0">
                <a:solidFill>
                  <a:srgbClr val="EBEDF0"/>
                </a:solidFill>
                <a:latin typeface="Geist Bold" pitchFamily="34" charset="0"/>
                <a:ea typeface="Geist Bold" pitchFamily="34" charset="-122"/>
                <a:cs typeface="Geist Bold" pitchFamily="34" charset="-120"/>
              </a:rPr>
              <a:t>Phase 2: decode</a:t>
            </a:r>
            <a:endParaRPr lang="en-US" sz="1900" noProof="0"/>
          </a:p>
        </p:txBody>
      </p:sp>
      <p:sp>
        <p:nvSpPr>
          <p:cNvPr id="9" name="Text 7"/>
          <p:cNvSpPr/>
          <p:nvPr/>
        </p:nvSpPr>
        <p:spPr>
          <a:xfrm>
            <a:off x="6398358" y="3348462"/>
            <a:ext cx="4923806" cy="491331"/>
          </a:xfrm>
          <a:prstGeom prst="rect">
            <a:avLst/>
          </a:prstGeom>
          <a:noFill/>
          <a:ln/>
        </p:spPr>
        <p:txBody>
          <a:bodyPr wrap="square" lIns="0" tIns="0" rIns="0" bIns="0" rtlCol="0" anchor="t">
            <a:noAutofit/>
          </a:bodyPr>
          <a:lstStyle/>
          <a:p>
            <a:pPr marL="0" indent="0" algn="l">
              <a:lnSpc>
                <a:spcPct val="108000"/>
              </a:lnSpc>
              <a:buNone/>
            </a:pPr>
            <a:r>
              <a:rPr lang="en-US" sz="17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The answer is generated one token at a time through a 2-billion-parameter model.</a:t>
            </a:r>
          </a:p>
        </p:txBody>
      </p:sp>
      <p:sp>
        <p:nvSpPr>
          <p:cNvPr id="10" name="Shape 8"/>
          <p:cNvSpPr/>
          <p:nvPr/>
        </p:nvSpPr>
        <p:spPr>
          <a:xfrm>
            <a:off x="661475" y="4383170"/>
            <a:ext cx="5339820" cy="1461945"/>
          </a:xfrm>
          <a:prstGeom prst="roundRect">
            <a:avLst>
              <a:gd name="adj" fmla="val 5978"/>
            </a:avLst>
          </a:prstGeom>
          <a:solidFill>
            <a:srgbClr val="0F172A"/>
          </a:solidFill>
          <a:ln w="19050">
            <a:solidFill>
              <a:srgbClr val="49DE80"/>
            </a:solidFill>
            <a:prstDash val="solid"/>
          </a:ln>
        </p:spPr>
        <p:txBody>
          <a:bodyPr/>
          <a:lstStyle/>
          <a:p>
            <a:endParaRPr lang="en-US" noProof="0"/>
          </a:p>
        </p:txBody>
      </p:sp>
      <p:sp>
        <p:nvSpPr>
          <p:cNvPr id="11" name="Text 9"/>
          <p:cNvSpPr/>
          <p:nvPr/>
        </p:nvSpPr>
        <p:spPr>
          <a:xfrm>
            <a:off x="869531" y="4627809"/>
            <a:ext cx="4923707" cy="307082"/>
          </a:xfrm>
          <a:prstGeom prst="rect">
            <a:avLst/>
          </a:prstGeom>
          <a:noFill/>
          <a:ln/>
        </p:spPr>
        <p:txBody>
          <a:bodyPr wrap="none" lIns="0" tIns="0" rIns="0" bIns="0" rtlCol="0" anchor="t"/>
          <a:lstStyle/>
          <a:p>
            <a:pPr marL="0" indent="0" algn="l">
              <a:lnSpc>
                <a:spcPct val="108000"/>
              </a:lnSpc>
              <a:buNone/>
            </a:pPr>
            <a:r>
              <a:rPr lang="en-US" sz="1900" noProof="0">
                <a:solidFill>
                  <a:srgbClr val="EBEDF0"/>
                </a:solidFill>
                <a:latin typeface="Geist Bold" pitchFamily="34" charset="0"/>
                <a:ea typeface="Geist Bold" pitchFamily="34" charset="-122"/>
                <a:cs typeface="Geist Bold" pitchFamily="34" charset="-120"/>
              </a:rPr>
              <a:t>5-10 minute scans on a mid-range phone</a:t>
            </a:r>
            <a:endParaRPr lang="en-US" sz="1900" noProof="0"/>
          </a:p>
        </p:txBody>
      </p:sp>
      <p:sp>
        <p:nvSpPr>
          <p:cNvPr id="12" name="Text 10"/>
          <p:cNvSpPr/>
          <p:nvPr/>
        </p:nvSpPr>
        <p:spPr>
          <a:xfrm>
            <a:off x="869531" y="5084874"/>
            <a:ext cx="4923707" cy="491331"/>
          </a:xfrm>
          <a:prstGeom prst="rect">
            <a:avLst/>
          </a:prstGeom>
          <a:noFill/>
          <a:ln/>
        </p:spPr>
        <p:txBody>
          <a:bodyPr wrap="square" lIns="0" tIns="0" rIns="0" bIns="0" rtlCol="0" anchor="t">
            <a:noAutofit/>
          </a:bodyPr>
          <a:lstStyle/>
          <a:p>
            <a:pPr marL="0" indent="0" algn="l">
              <a:lnSpc>
                <a:spcPct val="108000"/>
              </a:lnSpc>
              <a:buNone/>
            </a:pPr>
            <a:r>
              <a:rPr lang="en-US" sz="17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Arithmetic, not model quality, decides between seconds and minutes.</a:t>
            </a:r>
          </a:p>
        </p:txBody>
      </p:sp>
      <p:sp>
        <p:nvSpPr>
          <p:cNvPr id="13" name="Shape 11"/>
          <p:cNvSpPr/>
          <p:nvPr/>
        </p:nvSpPr>
        <p:spPr>
          <a:xfrm>
            <a:off x="6190301" y="4383171"/>
            <a:ext cx="5339919" cy="1461944"/>
          </a:xfrm>
          <a:prstGeom prst="roundRect">
            <a:avLst>
              <a:gd name="adj" fmla="val 5978"/>
            </a:avLst>
          </a:prstGeom>
          <a:solidFill>
            <a:srgbClr val="0F172A"/>
          </a:solidFill>
          <a:ln w="19050">
            <a:solidFill>
              <a:srgbClr val="49DE80"/>
            </a:solidFill>
            <a:prstDash val="solid"/>
          </a:ln>
        </p:spPr>
        <p:txBody>
          <a:bodyPr/>
          <a:lstStyle/>
          <a:p>
            <a:endParaRPr lang="en-US" noProof="0"/>
          </a:p>
        </p:txBody>
      </p:sp>
      <p:sp>
        <p:nvSpPr>
          <p:cNvPr id="14" name="Text 12"/>
          <p:cNvSpPr/>
          <p:nvPr/>
        </p:nvSpPr>
        <p:spPr>
          <a:xfrm>
            <a:off x="6398358" y="4627809"/>
            <a:ext cx="4923806" cy="307082"/>
          </a:xfrm>
          <a:prstGeom prst="rect">
            <a:avLst/>
          </a:prstGeom>
          <a:noFill/>
          <a:ln/>
        </p:spPr>
        <p:txBody>
          <a:bodyPr wrap="none" lIns="0" tIns="0" rIns="0" bIns="0" rtlCol="0" anchor="t"/>
          <a:lstStyle/>
          <a:p>
            <a:pPr marL="0" indent="0" algn="l">
              <a:lnSpc>
                <a:spcPct val="108000"/>
              </a:lnSpc>
              <a:buNone/>
            </a:pPr>
            <a:r>
              <a:rPr lang="en-US" sz="1900" noProof="0">
                <a:solidFill>
                  <a:srgbClr val="EBEDF0"/>
                </a:solidFill>
                <a:latin typeface="Geist Bold" pitchFamily="34" charset="0"/>
                <a:ea typeface="Geist Bold" pitchFamily="34" charset="-122"/>
                <a:cs typeface="Geist Bold" pitchFamily="34" charset="-120"/>
              </a:rPr>
              <a:t>Know this cost model</a:t>
            </a:r>
            <a:endParaRPr lang="en-US" sz="1900" noProof="0"/>
          </a:p>
        </p:txBody>
      </p:sp>
      <p:sp>
        <p:nvSpPr>
          <p:cNvPr id="15" name="Text 13"/>
          <p:cNvSpPr/>
          <p:nvPr/>
        </p:nvSpPr>
        <p:spPr>
          <a:xfrm>
            <a:off x="6398358" y="5084874"/>
            <a:ext cx="4923806" cy="245666"/>
          </a:xfrm>
          <a:prstGeom prst="rect">
            <a:avLst/>
          </a:prstGeom>
          <a:noFill/>
          <a:ln/>
        </p:spPr>
        <p:txBody>
          <a:bodyPr wrap="none" lIns="0" tIns="0" rIns="0" bIns="0" rtlCol="0" anchor="t"/>
          <a:lstStyle/>
          <a:p>
            <a:pPr marL="0" indent="0" algn="l">
              <a:lnSpc>
                <a:spcPct val="108000"/>
              </a:lnSpc>
              <a:buNone/>
            </a:pPr>
            <a:r>
              <a:rPr lang="en-US" sz="17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Before promising any multimodal UX.</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12707" y="553244"/>
            <a:ext cx="6296860" cy="259060"/>
          </a:xfrm>
          <a:prstGeom prst="rect">
            <a:avLst/>
          </a:prstGeom>
          <a:noFill/>
          <a:ln/>
        </p:spPr>
        <p:txBody>
          <a:bodyPr wrap="none" lIns="0" tIns="0" rIns="0" bIns="0" rtlCol="0" anchor="t"/>
          <a:lstStyle/>
          <a:p>
            <a:pPr marL="0" indent="0" algn="l">
              <a:lnSpc>
                <a:spcPct val="108000"/>
              </a:lnSpc>
              <a:buNone/>
            </a:pPr>
            <a:r>
              <a:rPr lang="en-US" noProof="0">
                <a:solidFill>
                  <a:srgbClr val="49DE80"/>
                </a:solidFill>
                <a:latin typeface="Geist Bold" pitchFamily="34" charset="0"/>
                <a:ea typeface="Geist Bold" pitchFamily="34" charset="-122"/>
                <a:cs typeface="Geist Bold" pitchFamily="34" charset="-120"/>
              </a:rPr>
              <a:t>CHAPTER 3 · ZERO-SHOT DETECTION</a:t>
            </a:r>
            <a:endParaRPr lang="en-US" noProof="0">
              <a:solidFill>
                <a:srgbClr val="49DE80"/>
              </a:solidFill>
            </a:endParaRPr>
          </a:p>
        </p:txBody>
      </p:sp>
      <p:sp>
        <p:nvSpPr>
          <p:cNvPr id="4" name="Text 1"/>
          <p:cNvSpPr/>
          <p:nvPr/>
        </p:nvSpPr>
        <p:spPr>
          <a:xfrm>
            <a:off x="612707" y="866080"/>
            <a:ext cx="6296860" cy="518319"/>
          </a:xfrm>
          <a:prstGeom prst="rect">
            <a:avLst/>
          </a:prstGeom>
          <a:noFill/>
          <a:ln/>
        </p:spPr>
        <p:txBody>
          <a:bodyPr wrap="none" lIns="0" tIns="0" rIns="0" bIns="0" rtlCol="0" anchor="t"/>
          <a:lstStyle/>
          <a:p>
            <a:pPr marL="0" indent="0" algn="l">
              <a:lnSpc>
                <a:spcPct val="108000"/>
              </a:lnSpc>
              <a:buNone/>
            </a:pPr>
            <a:r>
              <a:rPr lang="en-US" sz="3450" noProof="0">
                <a:solidFill>
                  <a:srgbClr val="F2F5FA"/>
                </a:solidFill>
                <a:latin typeface="Geist Bold" pitchFamily="34" charset="0"/>
                <a:ea typeface="Geist Bold" pitchFamily="34" charset="-122"/>
                <a:cs typeface="Geist Bold" pitchFamily="34" charset="-120"/>
              </a:rPr>
              <a:t>Starring: MobileCLIP-S2</a:t>
            </a:r>
            <a:endParaRPr lang="en-US" sz="3450" noProof="0"/>
          </a:p>
        </p:txBody>
      </p:sp>
      <p:sp>
        <p:nvSpPr>
          <p:cNvPr id="18" name="Freeform 17">
            <a:extLst>
              <a:ext uri="{FF2B5EF4-FFF2-40B4-BE49-F238E27FC236}">
                <a16:creationId xmlns:a16="http://schemas.microsoft.com/office/drawing/2014/main" id="{4A308AD7-DF4F-958C-6DD7-9D45450F6537}"/>
              </a:ext>
            </a:extLst>
          </p:cNvPr>
          <p:cNvSpPr/>
          <p:nvPr/>
        </p:nvSpPr>
        <p:spPr>
          <a:xfrm>
            <a:off x="612706" y="1647170"/>
            <a:ext cx="6422075" cy="1078706"/>
          </a:xfrm>
          <a:custGeom>
            <a:avLst/>
            <a:gdLst>
              <a:gd name="csX0" fmla="*/ 76172 w 6296860"/>
              <a:gd name="csY0" fmla="*/ 0 h 1078706"/>
              <a:gd name="csX1" fmla="*/ 6241058 w 6296860"/>
              <a:gd name="csY1" fmla="*/ 0 h 1078706"/>
              <a:gd name="csX2" fmla="*/ 6296860 w 6296860"/>
              <a:gd name="csY2" fmla="*/ 55780 h 1078706"/>
              <a:gd name="csX3" fmla="*/ 6296860 w 6296860"/>
              <a:gd name="csY3" fmla="*/ 1022924 h 1078706"/>
              <a:gd name="csX4" fmla="*/ 6241058 w 6296860"/>
              <a:gd name="csY4" fmla="*/ 1078706 h 1078706"/>
              <a:gd name="csX5" fmla="*/ 76172 w 6296860"/>
              <a:gd name="csY5" fmla="*/ 1078706 h 1078706"/>
              <a:gd name="csX6" fmla="*/ 0 w 6296860"/>
              <a:gd name="csY6" fmla="*/ 1002562 h 1078706"/>
              <a:gd name="csX7" fmla="*/ 0 w 6296860"/>
              <a:gd name="csY7" fmla="*/ 76144 h 1078706"/>
              <a:gd name="csX8" fmla="*/ 76172 w 6296860"/>
              <a:gd name="csY8" fmla="*/ 0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296860" h="1078706">
                <a:moveTo>
                  <a:pt x="76172" y="0"/>
                </a:moveTo>
                <a:lnTo>
                  <a:pt x="6241058" y="0"/>
                </a:lnTo>
                <a:cubicBezTo>
                  <a:pt x="6271876" y="0"/>
                  <a:pt x="6296860" y="24974"/>
                  <a:pt x="6296860" y="55780"/>
                </a:cubicBezTo>
                <a:lnTo>
                  <a:pt x="6296860" y="1022924"/>
                </a:lnTo>
                <a:cubicBezTo>
                  <a:pt x="6296860" y="1053731"/>
                  <a:pt x="6271876" y="1078706"/>
                  <a:pt x="6241058" y="1078706"/>
                </a:cubicBezTo>
                <a:lnTo>
                  <a:pt x="76172" y="1078706"/>
                </a:lnTo>
                <a:cubicBezTo>
                  <a:pt x="34103" y="1078706"/>
                  <a:pt x="0" y="1044613"/>
                  <a:pt x="0" y="1002562"/>
                </a:cubicBezTo>
                <a:lnTo>
                  <a:pt x="0" y="76144"/>
                </a:lnTo>
                <a:cubicBezTo>
                  <a:pt x="0" y="34091"/>
                  <a:pt x="34103" y="0"/>
                  <a:pt x="76172" y="0"/>
                </a:cubicBezTo>
              </a:path>
            </a:pathLst>
          </a:custGeom>
          <a:solidFill>
            <a:srgbClr val="0F172A"/>
          </a:solidFill>
          <a:ln w="6347" cap="flat">
            <a:solidFill>
              <a:srgbClr val="49DE80"/>
            </a:solidFill>
            <a:prstDash val="solid"/>
            <a:miter/>
          </a:ln>
        </p:spPr>
        <p:txBody>
          <a:bodyPr/>
          <a:lstStyle/>
          <a:p>
            <a:endParaRPr lang="en-US" noProof="0"/>
          </a:p>
        </p:txBody>
      </p:sp>
      <p:sp>
        <p:nvSpPr>
          <p:cNvPr id="19" name="Freeform 18">
            <a:extLst>
              <a:ext uri="{FF2B5EF4-FFF2-40B4-BE49-F238E27FC236}">
                <a16:creationId xmlns:a16="http://schemas.microsoft.com/office/drawing/2014/main" id="{CFAF86CB-4DC8-B1A0-E3F6-182B78A29C5E}"/>
              </a:ext>
            </a:extLst>
          </p:cNvPr>
          <p:cNvSpPr/>
          <p:nvPr/>
        </p:nvSpPr>
        <p:spPr>
          <a:xfrm>
            <a:off x="612707" y="1647170"/>
            <a:ext cx="6422076" cy="1078706"/>
          </a:xfrm>
          <a:custGeom>
            <a:avLst/>
            <a:gdLst>
              <a:gd name="csX0" fmla="*/ 22312 w 6296860"/>
              <a:gd name="csY0" fmla="*/ 22304 h 1078706"/>
              <a:gd name="csX1" fmla="*/ 76172 w 6296860"/>
              <a:gd name="csY1" fmla="*/ 0 h 1078706"/>
              <a:gd name="csX2" fmla="*/ 6241058 w 6296860"/>
              <a:gd name="csY2" fmla="*/ 0 h 1078706"/>
              <a:gd name="csX3" fmla="*/ 6296860 w 6296860"/>
              <a:gd name="csY3" fmla="*/ 55780 h 1078706"/>
              <a:gd name="csX4" fmla="*/ 6296860 w 6296860"/>
              <a:gd name="csY4" fmla="*/ 1022924 h 1078706"/>
              <a:gd name="csX5" fmla="*/ 6241058 w 6296860"/>
              <a:gd name="csY5" fmla="*/ 1078706 h 1078706"/>
              <a:gd name="csX6" fmla="*/ 76172 w 6296860"/>
              <a:gd name="csY6" fmla="*/ 1078706 h 1078706"/>
              <a:gd name="csX7" fmla="*/ 0 w 6296860"/>
              <a:gd name="csY7" fmla="*/ 1002562 h 1078706"/>
              <a:gd name="csX8" fmla="*/ 0 w 6296860"/>
              <a:gd name="csY8" fmla="*/ 76144 h 1078706"/>
              <a:gd name="csX9" fmla="*/ 22312 w 6296860"/>
              <a:gd name="csY9" fmla="*/ 22304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296860" h="1078706">
                <a:moveTo>
                  <a:pt x="22312" y="22304"/>
                </a:moveTo>
                <a:cubicBezTo>
                  <a:pt x="36596" y="8024"/>
                  <a:pt x="55970" y="1"/>
                  <a:pt x="76172" y="0"/>
                </a:cubicBezTo>
                <a:lnTo>
                  <a:pt x="6241058" y="0"/>
                </a:lnTo>
                <a:cubicBezTo>
                  <a:pt x="6271876" y="0"/>
                  <a:pt x="6296860" y="24974"/>
                  <a:pt x="6296860" y="55780"/>
                </a:cubicBezTo>
                <a:lnTo>
                  <a:pt x="6296860" y="1022924"/>
                </a:lnTo>
                <a:cubicBezTo>
                  <a:pt x="6296860" y="1053731"/>
                  <a:pt x="6271876" y="1078706"/>
                  <a:pt x="6241058" y="1078706"/>
                </a:cubicBezTo>
                <a:lnTo>
                  <a:pt x="76172" y="1078706"/>
                </a:lnTo>
                <a:cubicBezTo>
                  <a:pt x="34103" y="1078706"/>
                  <a:pt x="0" y="1044613"/>
                  <a:pt x="0" y="1002562"/>
                </a:cubicBezTo>
                <a:lnTo>
                  <a:pt x="0" y="76144"/>
                </a:lnTo>
                <a:cubicBezTo>
                  <a:pt x="1" y="55950"/>
                  <a:pt x="8027" y="36583"/>
                  <a:pt x="22312" y="22304"/>
                </a:cubicBezTo>
              </a:path>
            </a:pathLst>
          </a:custGeom>
          <a:noFill/>
          <a:ln w="25400" cap="flat">
            <a:solidFill>
              <a:srgbClr val="49DE80"/>
            </a:solidFill>
            <a:prstDash val="solid"/>
            <a:miter/>
          </a:ln>
        </p:spPr>
        <p:txBody>
          <a:bodyPr/>
          <a:lstStyle/>
          <a:p>
            <a:endParaRPr lang="en-US" noProof="0"/>
          </a:p>
        </p:txBody>
      </p:sp>
      <p:sp>
        <p:nvSpPr>
          <p:cNvPr id="20" name="Freeform 19">
            <a:extLst>
              <a:ext uri="{FF2B5EF4-FFF2-40B4-BE49-F238E27FC236}">
                <a16:creationId xmlns:a16="http://schemas.microsoft.com/office/drawing/2014/main" id="{E2418F62-69CD-B333-328E-8DD247A7AB75}"/>
              </a:ext>
            </a:extLst>
          </p:cNvPr>
          <p:cNvSpPr/>
          <p:nvPr/>
        </p:nvSpPr>
        <p:spPr>
          <a:xfrm>
            <a:off x="612706" y="1647169"/>
            <a:ext cx="76171" cy="1078706"/>
          </a:xfrm>
          <a:custGeom>
            <a:avLst/>
            <a:gdLst>
              <a:gd name="csX0" fmla="*/ 55800 w 76171"/>
              <a:gd name="csY0" fmla="*/ 0 h 1078706"/>
              <a:gd name="csX1" fmla="*/ 76172 w 76171"/>
              <a:gd name="csY1" fmla="*/ 0 h 1078706"/>
              <a:gd name="csX2" fmla="*/ 76172 w 76171"/>
              <a:gd name="csY2" fmla="*/ 0 h 1078706"/>
              <a:gd name="csX3" fmla="*/ 76172 w 76171"/>
              <a:gd name="csY3" fmla="*/ 1078706 h 1078706"/>
              <a:gd name="csX4" fmla="*/ 76172 w 76171"/>
              <a:gd name="csY4" fmla="*/ 1078706 h 1078706"/>
              <a:gd name="csX5" fmla="*/ 55800 w 76171"/>
              <a:gd name="csY5" fmla="*/ 1078706 h 1078706"/>
              <a:gd name="csX6" fmla="*/ 0 w 76171"/>
              <a:gd name="csY6" fmla="*/ 1022924 h 1078706"/>
              <a:gd name="csX7" fmla="*/ 0 w 76171"/>
              <a:gd name="csY7" fmla="*/ 55780 h 1078706"/>
              <a:gd name="csX8" fmla="*/ 55800 w 76171"/>
              <a:gd name="csY8" fmla="*/ 0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171" h="1078706">
                <a:moveTo>
                  <a:pt x="55800" y="0"/>
                </a:moveTo>
                <a:lnTo>
                  <a:pt x="76172" y="0"/>
                </a:lnTo>
                <a:lnTo>
                  <a:pt x="76172" y="0"/>
                </a:lnTo>
                <a:lnTo>
                  <a:pt x="76172" y="1078706"/>
                </a:lnTo>
                <a:lnTo>
                  <a:pt x="76172" y="1078706"/>
                </a:lnTo>
                <a:lnTo>
                  <a:pt x="55800" y="1078706"/>
                </a:lnTo>
                <a:cubicBezTo>
                  <a:pt x="24983" y="1078706"/>
                  <a:pt x="0" y="1053731"/>
                  <a:pt x="0" y="1022924"/>
                </a:cubicBezTo>
                <a:lnTo>
                  <a:pt x="0" y="55780"/>
                </a:lnTo>
                <a:cubicBezTo>
                  <a:pt x="0" y="24974"/>
                  <a:pt x="24983" y="0"/>
                  <a:pt x="55800" y="0"/>
                </a:cubicBezTo>
              </a:path>
            </a:pathLst>
          </a:custGeom>
          <a:solidFill>
            <a:srgbClr val="49DE80"/>
          </a:solidFill>
          <a:ln w="6347" cap="flat">
            <a:solidFill>
              <a:srgbClr val="49DE80"/>
            </a:solidFill>
            <a:prstDash val="solid"/>
            <a:miter/>
          </a:ln>
        </p:spPr>
        <p:txBody>
          <a:bodyPr/>
          <a:lstStyle/>
          <a:p>
            <a:endParaRPr lang="en-US" noProof="0"/>
          </a:p>
        </p:txBody>
      </p:sp>
      <p:sp>
        <p:nvSpPr>
          <p:cNvPr id="6" name="Text 2"/>
          <p:cNvSpPr/>
          <p:nvPr/>
        </p:nvSpPr>
        <p:spPr>
          <a:xfrm>
            <a:off x="867395" y="1825665"/>
            <a:ext cx="5863681" cy="259060"/>
          </a:xfrm>
          <a:prstGeom prst="rect">
            <a:avLst/>
          </a:prstGeom>
          <a:noFill/>
          <a:ln/>
        </p:spPr>
        <p:txBody>
          <a:bodyPr wrap="none" lIns="0" tIns="0" rIns="0" bIns="0" rtlCol="0" anchor="t"/>
          <a:lstStyle/>
          <a:p>
            <a:pPr>
              <a:lnSpc>
                <a:spcPct val="108000"/>
              </a:lnSpc>
            </a:pPr>
            <a:r>
              <a:rPr lang="en-US" sz="1750" noProof="0">
                <a:solidFill>
                  <a:srgbClr val="EBEDF0"/>
                </a:solidFill>
                <a:latin typeface="Geist Bold" pitchFamily="34" charset="0"/>
                <a:ea typeface="Geist Bold" pitchFamily="34" charset="-122"/>
                <a:cs typeface="Geist Bold" pitchFamily="34" charset="-120"/>
              </a:rPr>
              <a:t>Not an LLM: it generates nothing, it measures</a:t>
            </a:r>
            <a:endParaRPr lang="en-US" sz="1750" noProof="0"/>
          </a:p>
        </p:txBody>
      </p:sp>
      <p:sp>
        <p:nvSpPr>
          <p:cNvPr id="7" name="Text 3"/>
          <p:cNvSpPr/>
          <p:nvPr/>
        </p:nvSpPr>
        <p:spPr>
          <a:xfrm>
            <a:off x="867395" y="2165390"/>
            <a:ext cx="5863681" cy="381992"/>
          </a:xfrm>
          <a:prstGeom prst="rect">
            <a:avLst/>
          </a:prstGeom>
          <a:noFill/>
          <a:ln/>
        </p:spPr>
        <p:txBody>
          <a:bodyPr wrap="square" lIns="0" tIns="0" rIns="0" bIns="0" rtlCol="0" anchor="t">
            <a:noAutofit/>
          </a:bodyPr>
          <a:lstStyle/>
          <a:p>
            <a:pPr marL="0" indent="0" algn="l">
              <a:lnSpc>
                <a:spcPct val="100000"/>
              </a:lnSpc>
              <a:buNone/>
            </a:pPr>
            <a:r>
              <a:rPr lang="en-US" sz="1500" noProof="0">
                <a:solidFill>
                  <a:srgbClr val="94A3B8"/>
                </a:solidFill>
                <a:latin typeface="Geist" pitchFamily="34" charset="0"/>
                <a:ea typeface="Geist" pitchFamily="34" charset="-122"/>
                <a:cs typeface="Geist" pitchFamily="34" charset="-120"/>
              </a:rPr>
              <a:t>How well an image matches a sentence. A model of the CLIP family: Contrastive Language–Image Pre-training</a:t>
            </a:r>
            <a:endParaRPr lang="en-US" sz="1500" noProof="0">
              <a:solidFill>
                <a:srgbClr val="94A3B8"/>
              </a:solidFill>
            </a:endParaRPr>
          </a:p>
        </p:txBody>
      </p:sp>
      <p:sp>
        <p:nvSpPr>
          <p:cNvPr id="22" name="Freeform 21">
            <a:extLst>
              <a:ext uri="{FF2B5EF4-FFF2-40B4-BE49-F238E27FC236}">
                <a16:creationId xmlns:a16="http://schemas.microsoft.com/office/drawing/2014/main" id="{1BB537FF-2E15-7E0A-63CC-43AF98C52326}"/>
              </a:ext>
            </a:extLst>
          </p:cNvPr>
          <p:cNvSpPr/>
          <p:nvPr/>
        </p:nvSpPr>
        <p:spPr>
          <a:xfrm>
            <a:off x="612707" y="2860417"/>
            <a:ext cx="6422074" cy="1078706"/>
          </a:xfrm>
          <a:custGeom>
            <a:avLst/>
            <a:gdLst>
              <a:gd name="csX0" fmla="*/ 76172 w 6296860"/>
              <a:gd name="csY0" fmla="*/ 0 h 1078706"/>
              <a:gd name="csX1" fmla="*/ 6241058 w 6296860"/>
              <a:gd name="csY1" fmla="*/ 0 h 1078706"/>
              <a:gd name="csX2" fmla="*/ 6296860 w 6296860"/>
              <a:gd name="csY2" fmla="*/ 55780 h 1078706"/>
              <a:gd name="csX3" fmla="*/ 6296860 w 6296860"/>
              <a:gd name="csY3" fmla="*/ 1022924 h 1078706"/>
              <a:gd name="csX4" fmla="*/ 6241058 w 6296860"/>
              <a:gd name="csY4" fmla="*/ 1078706 h 1078706"/>
              <a:gd name="csX5" fmla="*/ 76172 w 6296860"/>
              <a:gd name="csY5" fmla="*/ 1078706 h 1078706"/>
              <a:gd name="csX6" fmla="*/ 0 w 6296860"/>
              <a:gd name="csY6" fmla="*/ 1002562 h 1078706"/>
              <a:gd name="csX7" fmla="*/ 0 w 6296860"/>
              <a:gd name="csY7" fmla="*/ 76144 h 1078706"/>
              <a:gd name="csX8" fmla="*/ 76172 w 6296860"/>
              <a:gd name="csY8" fmla="*/ 0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296860" h="1078706">
                <a:moveTo>
                  <a:pt x="76172" y="0"/>
                </a:moveTo>
                <a:lnTo>
                  <a:pt x="6241058" y="0"/>
                </a:lnTo>
                <a:cubicBezTo>
                  <a:pt x="6271876" y="0"/>
                  <a:pt x="6296860" y="24974"/>
                  <a:pt x="6296860" y="55780"/>
                </a:cubicBezTo>
                <a:lnTo>
                  <a:pt x="6296860" y="1022924"/>
                </a:lnTo>
                <a:cubicBezTo>
                  <a:pt x="6296860" y="1053731"/>
                  <a:pt x="6271876" y="1078706"/>
                  <a:pt x="6241058" y="1078706"/>
                </a:cubicBezTo>
                <a:lnTo>
                  <a:pt x="76172" y="1078706"/>
                </a:lnTo>
                <a:cubicBezTo>
                  <a:pt x="34103" y="1078706"/>
                  <a:pt x="0" y="1044613"/>
                  <a:pt x="0" y="1002562"/>
                </a:cubicBezTo>
                <a:lnTo>
                  <a:pt x="0" y="76144"/>
                </a:lnTo>
                <a:cubicBezTo>
                  <a:pt x="0" y="34091"/>
                  <a:pt x="34103" y="0"/>
                  <a:pt x="76172" y="0"/>
                </a:cubicBezTo>
              </a:path>
            </a:pathLst>
          </a:custGeom>
          <a:solidFill>
            <a:srgbClr val="0F172A"/>
          </a:solidFill>
          <a:ln w="6347" cap="flat">
            <a:solidFill>
              <a:srgbClr val="49DE80"/>
            </a:solidFill>
            <a:prstDash val="solid"/>
            <a:miter/>
          </a:ln>
        </p:spPr>
        <p:txBody>
          <a:bodyPr/>
          <a:lstStyle/>
          <a:p>
            <a:endParaRPr lang="en-US" noProof="0"/>
          </a:p>
        </p:txBody>
      </p:sp>
      <p:sp>
        <p:nvSpPr>
          <p:cNvPr id="23" name="Freeform 22">
            <a:extLst>
              <a:ext uri="{FF2B5EF4-FFF2-40B4-BE49-F238E27FC236}">
                <a16:creationId xmlns:a16="http://schemas.microsoft.com/office/drawing/2014/main" id="{27C96B67-D110-0B96-A35B-DA35C702EDC7}"/>
              </a:ext>
            </a:extLst>
          </p:cNvPr>
          <p:cNvSpPr/>
          <p:nvPr/>
        </p:nvSpPr>
        <p:spPr>
          <a:xfrm>
            <a:off x="612707" y="2860417"/>
            <a:ext cx="6422074" cy="1078706"/>
          </a:xfrm>
          <a:custGeom>
            <a:avLst/>
            <a:gdLst>
              <a:gd name="csX0" fmla="*/ 22312 w 6296860"/>
              <a:gd name="csY0" fmla="*/ 22304 h 1078706"/>
              <a:gd name="csX1" fmla="*/ 76172 w 6296860"/>
              <a:gd name="csY1" fmla="*/ 0 h 1078706"/>
              <a:gd name="csX2" fmla="*/ 6241058 w 6296860"/>
              <a:gd name="csY2" fmla="*/ 0 h 1078706"/>
              <a:gd name="csX3" fmla="*/ 6296860 w 6296860"/>
              <a:gd name="csY3" fmla="*/ 55780 h 1078706"/>
              <a:gd name="csX4" fmla="*/ 6296860 w 6296860"/>
              <a:gd name="csY4" fmla="*/ 1022924 h 1078706"/>
              <a:gd name="csX5" fmla="*/ 6241058 w 6296860"/>
              <a:gd name="csY5" fmla="*/ 1078706 h 1078706"/>
              <a:gd name="csX6" fmla="*/ 76172 w 6296860"/>
              <a:gd name="csY6" fmla="*/ 1078706 h 1078706"/>
              <a:gd name="csX7" fmla="*/ 0 w 6296860"/>
              <a:gd name="csY7" fmla="*/ 1002562 h 1078706"/>
              <a:gd name="csX8" fmla="*/ 0 w 6296860"/>
              <a:gd name="csY8" fmla="*/ 76144 h 1078706"/>
              <a:gd name="csX9" fmla="*/ 22312 w 6296860"/>
              <a:gd name="csY9" fmla="*/ 22304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296860" h="1078706">
                <a:moveTo>
                  <a:pt x="22312" y="22304"/>
                </a:moveTo>
                <a:cubicBezTo>
                  <a:pt x="36596" y="8024"/>
                  <a:pt x="55970" y="1"/>
                  <a:pt x="76172" y="0"/>
                </a:cubicBezTo>
                <a:lnTo>
                  <a:pt x="6241058" y="0"/>
                </a:lnTo>
                <a:cubicBezTo>
                  <a:pt x="6271876" y="0"/>
                  <a:pt x="6296860" y="24974"/>
                  <a:pt x="6296860" y="55780"/>
                </a:cubicBezTo>
                <a:lnTo>
                  <a:pt x="6296860" y="1022924"/>
                </a:lnTo>
                <a:cubicBezTo>
                  <a:pt x="6296860" y="1053731"/>
                  <a:pt x="6271876" y="1078706"/>
                  <a:pt x="6241058" y="1078706"/>
                </a:cubicBezTo>
                <a:lnTo>
                  <a:pt x="76172" y="1078706"/>
                </a:lnTo>
                <a:cubicBezTo>
                  <a:pt x="34103" y="1078706"/>
                  <a:pt x="0" y="1044613"/>
                  <a:pt x="0" y="1002562"/>
                </a:cubicBezTo>
                <a:lnTo>
                  <a:pt x="0" y="76144"/>
                </a:lnTo>
                <a:cubicBezTo>
                  <a:pt x="1" y="55950"/>
                  <a:pt x="8027" y="36583"/>
                  <a:pt x="22312" y="22304"/>
                </a:cubicBezTo>
              </a:path>
            </a:pathLst>
          </a:custGeom>
          <a:noFill/>
          <a:ln w="25400" cap="flat">
            <a:solidFill>
              <a:srgbClr val="49DE80"/>
            </a:solidFill>
            <a:prstDash val="solid"/>
            <a:miter/>
          </a:ln>
        </p:spPr>
        <p:txBody>
          <a:bodyPr/>
          <a:lstStyle/>
          <a:p>
            <a:endParaRPr lang="en-US" noProof="0"/>
          </a:p>
        </p:txBody>
      </p:sp>
      <p:sp>
        <p:nvSpPr>
          <p:cNvPr id="24" name="Freeform 23">
            <a:extLst>
              <a:ext uri="{FF2B5EF4-FFF2-40B4-BE49-F238E27FC236}">
                <a16:creationId xmlns:a16="http://schemas.microsoft.com/office/drawing/2014/main" id="{B1FF906B-C75A-43B0-E98E-D904F33B90F3}"/>
              </a:ext>
            </a:extLst>
          </p:cNvPr>
          <p:cNvSpPr/>
          <p:nvPr/>
        </p:nvSpPr>
        <p:spPr>
          <a:xfrm>
            <a:off x="612706" y="2860416"/>
            <a:ext cx="76171" cy="1078706"/>
          </a:xfrm>
          <a:custGeom>
            <a:avLst/>
            <a:gdLst>
              <a:gd name="csX0" fmla="*/ 55800 w 76171"/>
              <a:gd name="csY0" fmla="*/ 0 h 1078706"/>
              <a:gd name="csX1" fmla="*/ 76172 w 76171"/>
              <a:gd name="csY1" fmla="*/ 0 h 1078706"/>
              <a:gd name="csX2" fmla="*/ 76172 w 76171"/>
              <a:gd name="csY2" fmla="*/ 0 h 1078706"/>
              <a:gd name="csX3" fmla="*/ 76172 w 76171"/>
              <a:gd name="csY3" fmla="*/ 1078706 h 1078706"/>
              <a:gd name="csX4" fmla="*/ 76172 w 76171"/>
              <a:gd name="csY4" fmla="*/ 1078706 h 1078706"/>
              <a:gd name="csX5" fmla="*/ 55800 w 76171"/>
              <a:gd name="csY5" fmla="*/ 1078706 h 1078706"/>
              <a:gd name="csX6" fmla="*/ 0 w 76171"/>
              <a:gd name="csY6" fmla="*/ 1022924 h 1078706"/>
              <a:gd name="csX7" fmla="*/ 0 w 76171"/>
              <a:gd name="csY7" fmla="*/ 55780 h 1078706"/>
              <a:gd name="csX8" fmla="*/ 55800 w 76171"/>
              <a:gd name="csY8" fmla="*/ 0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171" h="1078706">
                <a:moveTo>
                  <a:pt x="55800" y="0"/>
                </a:moveTo>
                <a:lnTo>
                  <a:pt x="76172" y="0"/>
                </a:lnTo>
                <a:lnTo>
                  <a:pt x="76172" y="0"/>
                </a:lnTo>
                <a:lnTo>
                  <a:pt x="76172" y="1078706"/>
                </a:lnTo>
                <a:lnTo>
                  <a:pt x="76172" y="1078706"/>
                </a:lnTo>
                <a:lnTo>
                  <a:pt x="55800" y="1078706"/>
                </a:lnTo>
                <a:cubicBezTo>
                  <a:pt x="24983" y="1078706"/>
                  <a:pt x="0" y="1053731"/>
                  <a:pt x="0" y="1022924"/>
                </a:cubicBezTo>
                <a:lnTo>
                  <a:pt x="0" y="55780"/>
                </a:lnTo>
                <a:cubicBezTo>
                  <a:pt x="0" y="24974"/>
                  <a:pt x="24983" y="0"/>
                  <a:pt x="55800" y="0"/>
                </a:cubicBezTo>
              </a:path>
            </a:pathLst>
          </a:custGeom>
          <a:solidFill>
            <a:srgbClr val="49DE80"/>
          </a:solidFill>
          <a:ln w="6347" cap="flat">
            <a:solidFill>
              <a:srgbClr val="49DE80"/>
            </a:solidFill>
            <a:prstDash val="solid"/>
            <a:miter/>
          </a:ln>
        </p:spPr>
        <p:txBody>
          <a:bodyPr/>
          <a:lstStyle/>
          <a:p>
            <a:endParaRPr lang="en-US" noProof="0"/>
          </a:p>
        </p:txBody>
      </p:sp>
      <p:sp>
        <p:nvSpPr>
          <p:cNvPr id="9" name="Text 4"/>
          <p:cNvSpPr/>
          <p:nvPr/>
        </p:nvSpPr>
        <p:spPr>
          <a:xfrm>
            <a:off x="867395" y="3038912"/>
            <a:ext cx="5863681" cy="259060"/>
          </a:xfrm>
          <a:prstGeom prst="rect">
            <a:avLst/>
          </a:prstGeom>
          <a:noFill/>
          <a:ln/>
        </p:spPr>
        <p:txBody>
          <a:bodyPr wrap="none" lIns="0" tIns="0" rIns="0" bIns="0" rtlCol="0" anchor="t"/>
          <a:lstStyle/>
          <a:p>
            <a:pPr marL="0" indent="0" algn="l">
              <a:lnSpc>
                <a:spcPct val="108000"/>
              </a:lnSpc>
              <a:buNone/>
            </a:pPr>
            <a:r>
              <a:rPr lang="en-US" sz="1700" noProof="0">
                <a:solidFill>
                  <a:srgbClr val="EBEDF0"/>
                </a:solidFill>
                <a:latin typeface="Geist Bold" pitchFamily="34" charset="0"/>
                <a:ea typeface="Geist Bold" pitchFamily="34" charset="-122"/>
                <a:cs typeface="Geist Bold" pitchFamily="34" charset="-120"/>
              </a:rPr>
              <a:t>Apple’s mobile version of CLIP</a:t>
            </a:r>
            <a:endParaRPr lang="en-US" sz="1700" noProof="0"/>
          </a:p>
        </p:txBody>
      </p:sp>
      <p:sp>
        <p:nvSpPr>
          <p:cNvPr id="10" name="Text 5"/>
          <p:cNvSpPr/>
          <p:nvPr/>
        </p:nvSpPr>
        <p:spPr>
          <a:xfrm>
            <a:off x="867394" y="3378637"/>
            <a:ext cx="5861304" cy="381992"/>
          </a:xfrm>
          <a:prstGeom prst="rect">
            <a:avLst/>
          </a:prstGeom>
          <a:noFill/>
          <a:ln/>
        </p:spPr>
        <p:txBody>
          <a:bodyPr wrap="square" lIns="0" tIns="0" rIns="0" bIns="0" rtlCol="0" anchor="t">
            <a:noAutofit/>
          </a:bodyPr>
          <a:lstStyle/>
          <a:p>
            <a:pPr marL="0" indent="0" algn="l">
              <a:lnSpc>
                <a:spcPct val="100000"/>
              </a:lnSpc>
              <a:buNone/>
            </a:pPr>
            <a:r>
              <a:rPr lang="en-US" sz="1450" noProof="0">
                <a:solidFill>
                  <a:srgbClr val="94A3B8"/>
                </a:solidFill>
                <a:latin typeface="Geist" pitchFamily="34" charset="0"/>
                <a:ea typeface="Geist" pitchFamily="34" charset="-122"/>
                <a:cs typeface="Geist" pitchFamily="34" charset="-120"/>
              </a:rPr>
              <a:t>Distilled from bigger models. S2 is the sweet spot: zero-shot as accurate as bigger models, at phone latency</a:t>
            </a:r>
            <a:endParaRPr lang="en-US" sz="1450" noProof="0">
              <a:solidFill>
                <a:srgbClr val="94A3B8"/>
              </a:solidFill>
            </a:endParaRPr>
          </a:p>
        </p:txBody>
      </p:sp>
      <p:sp>
        <p:nvSpPr>
          <p:cNvPr id="26" name="Freeform 25">
            <a:extLst>
              <a:ext uri="{FF2B5EF4-FFF2-40B4-BE49-F238E27FC236}">
                <a16:creationId xmlns:a16="http://schemas.microsoft.com/office/drawing/2014/main" id="{2A2ACE08-D46B-DD8E-64BA-88D74DD7DD1D}"/>
              </a:ext>
            </a:extLst>
          </p:cNvPr>
          <p:cNvSpPr/>
          <p:nvPr/>
        </p:nvSpPr>
        <p:spPr>
          <a:xfrm>
            <a:off x="612707" y="4073664"/>
            <a:ext cx="6422074" cy="1078706"/>
          </a:xfrm>
          <a:custGeom>
            <a:avLst/>
            <a:gdLst>
              <a:gd name="csX0" fmla="*/ 76172 w 6296860"/>
              <a:gd name="csY0" fmla="*/ 0 h 1078706"/>
              <a:gd name="csX1" fmla="*/ 6241058 w 6296860"/>
              <a:gd name="csY1" fmla="*/ 0 h 1078706"/>
              <a:gd name="csX2" fmla="*/ 6296860 w 6296860"/>
              <a:gd name="csY2" fmla="*/ 55780 h 1078706"/>
              <a:gd name="csX3" fmla="*/ 6296860 w 6296860"/>
              <a:gd name="csY3" fmla="*/ 1022924 h 1078706"/>
              <a:gd name="csX4" fmla="*/ 6241058 w 6296860"/>
              <a:gd name="csY4" fmla="*/ 1078706 h 1078706"/>
              <a:gd name="csX5" fmla="*/ 76172 w 6296860"/>
              <a:gd name="csY5" fmla="*/ 1078706 h 1078706"/>
              <a:gd name="csX6" fmla="*/ 0 w 6296860"/>
              <a:gd name="csY6" fmla="*/ 1002562 h 1078706"/>
              <a:gd name="csX7" fmla="*/ 0 w 6296860"/>
              <a:gd name="csY7" fmla="*/ 76144 h 1078706"/>
              <a:gd name="csX8" fmla="*/ 76172 w 6296860"/>
              <a:gd name="csY8" fmla="*/ 0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296860" h="1078706">
                <a:moveTo>
                  <a:pt x="76172" y="0"/>
                </a:moveTo>
                <a:lnTo>
                  <a:pt x="6241058" y="0"/>
                </a:lnTo>
                <a:cubicBezTo>
                  <a:pt x="6271876" y="0"/>
                  <a:pt x="6296860" y="24974"/>
                  <a:pt x="6296860" y="55780"/>
                </a:cubicBezTo>
                <a:lnTo>
                  <a:pt x="6296860" y="1022924"/>
                </a:lnTo>
                <a:cubicBezTo>
                  <a:pt x="6296860" y="1053731"/>
                  <a:pt x="6271876" y="1078706"/>
                  <a:pt x="6241058" y="1078706"/>
                </a:cubicBezTo>
                <a:lnTo>
                  <a:pt x="76172" y="1078706"/>
                </a:lnTo>
                <a:cubicBezTo>
                  <a:pt x="34103" y="1078706"/>
                  <a:pt x="0" y="1044613"/>
                  <a:pt x="0" y="1002562"/>
                </a:cubicBezTo>
                <a:lnTo>
                  <a:pt x="0" y="76144"/>
                </a:lnTo>
                <a:cubicBezTo>
                  <a:pt x="0" y="34091"/>
                  <a:pt x="34103" y="0"/>
                  <a:pt x="76172" y="0"/>
                </a:cubicBezTo>
              </a:path>
            </a:pathLst>
          </a:custGeom>
          <a:solidFill>
            <a:srgbClr val="0F172A"/>
          </a:solidFill>
          <a:ln w="6347" cap="flat">
            <a:solidFill>
              <a:srgbClr val="49DE80"/>
            </a:solidFill>
            <a:prstDash val="solid"/>
            <a:miter/>
          </a:ln>
        </p:spPr>
        <p:txBody>
          <a:bodyPr/>
          <a:lstStyle/>
          <a:p>
            <a:endParaRPr lang="en-US" noProof="0"/>
          </a:p>
        </p:txBody>
      </p:sp>
      <p:sp>
        <p:nvSpPr>
          <p:cNvPr id="27" name="Freeform 26">
            <a:extLst>
              <a:ext uri="{FF2B5EF4-FFF2-40B4-BE49-F238E27FC236}">
                <a16:creationId xmlns:a16="http://schemas.microsoft.com/office/drawing/2014/main" id="{E23A065A-A4EC-AD1E-902F-A464AEEEC8AD}"/>
              </a:ext>
            </a:extLst>
          </p:cNvPr>
          <p:cNvSpPr/>
          <p:nvPr/>
        </p:nvSpPr>
        <p:spPr>
          <a:xfrm>
            <a:off x="612707" y="4073664"/>
            <a:ext cx="6422074" cy="1078706"/>
          </a:xfrm>
          <a:custGeom>
            <a:avLst/>
            <a:gdLst>
              <a:gd name="csX0" fmla="*/ 22312 w 6296860"/>
              <a:gd name="csY0" fmla="*/ 22304 h 1078706"/>
              <a:gd name="csX1" fmla="*/ 76172 w 6296860"/>
              <a:gd name="csY1" fmla="*/ 0 h 1078706"/>
              <a:gd name="csX2" fmla="*/ 6241058 w 6296860"/>
              <a:gd name="csY2" fmla="*/ 0 h 1078706"/>
              <a:gd name="csX3" fmla="*/ 6296860 w 6296860"/>
              <a:gd name="csY3" fmla="*/ 55780 h 1078706"/>
              <a:gd name="csX4" fmla="*/ 6296860 w 6296860"/>
              <a:gd name="csY4" fmla="*/ 1022924 h 1078706"/>
              <a:gd name="csX5" fmla="*/ 6241058 w 6296860"/>
              <a:gd name="csY5" fmla="*/ 1078706 h 1078706"/>
              <a:gd name="csX6" fmla="*/ 76172 w 6296860"/>
              <a:gd name="csY6" fmla="*/ 1078706 h 1078706"/>
              <a:gd name="csX7" fmla="*/ 0 w 6296860"/>
              <a:gd name="csY7" fmla="*/ 1002562 h 1078706"/>
              <a:gd name="csX8" fmla="*/ 0 w 6296860"/>
              <a:gd name="csY8" fmla="*/ 76144 h 1078706"/>
              <a:gd name="csX9" fmla="*/ 22312 w 6296860"/>
              <a:gd name="csY9" fmla="*/ 22304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296860" h="1078706">
                <a:moveTo>
                  <a:pt x="22312" y="22304"/>
                </a:moveTo>
                <a:cubicBezTo>
                  <a:pt x="36596" y="8024"/>
                  <a:pt x="55970" y="1"/>
                  <a:pt x="76172" y="0"/>
                </a:cubicBezTo>
                <a:lnTo>
                  <a:pt x="6241058" y="0"/>
                </a:lnTo>
                <a:cubicBezTo>
                  <a:pt x="6271876" y="0"/>
                  <a:pt x="6296860" y="24974"/>
                  <a:pt x="6296860" y="55780"/>
                </a:cubicBezTo>
                <a:lnTo>
                  <a:pt x="6296860" y="1022924"/>
                </a:lnTo>
                <a:cubicBezTo>
                  <a:pt x="6296860" y="1053731"/>
                  <a:pt x="6271876" y="1078706"/>
                  <a:pt x="6241058" y="1078706"/>
                </a:cubicBezTo>
                <a:lnTo>
                  <a:pt x="76172" y="1078706"/>
                </a:lnTo>
                <a:cubicBezTo>
                  <a:pt x="34103" y="1078706"/>
                  <a:pt x="0" y="1044613"/>
                  <a:pt x="0" y="1002562"/>
                </a:cubicBezTo>
                <a:lnTo>
                  <a:pt x="0" y="76144"/>
                </a:lnTo>
                <a:cubicBezTo>
                  <a:pt x="1" y="55950"/>
                  <a:pt x="8027" y="36583"/>
                  <a:pt x="22312" y="22304"/>
                </a:cubicBezTo>
              </a:path>
            </a:pathLst>
          </a:custGeom>
          <a:noFill/>
          <a:ln w="25400" cap="flat">
            <a:solidFill>
              <a:srgbClr val="49DE80"/>
            </a:solidFill>
            <a:prstDash val="solid"/>
            <a:miter/>
          </a:ln>
        </p:spPr>
        <p:txBody>
          <a:bodyPr/>
          <a:lstStyle/>
          <a:p>
            <a:endParaRPr lang="en-US" noProof="0"/>
          </a:p>
        </p:txBody>
      </p:sp>
      <p:sp>
        <p:nvSpPr>
          <p:cNvPr id="28" name="Freeform 27">
            <a:extLst>
              <a:ext uri="{FF2B5EF4-FFF2-40B4-BE49-F238E27FC236}">
                <a16:creationId xmlns:a16="http://schemas.microsoft.com/office/drawing/2014/main" id="{28644500-05F3-4E3D-C1FF-F86FCBE810FF}"/>
              </a:ext>
            </a:extLst>
          </p:cNvPr>
          <p:cNvSpPr/>
          <p:nvPr/>
        </p:nvSpPr>
        <p:spPr>
          <a:xfrm>
            <a:off x="612706" y="4073663"/>
            <a:ext cx="76171" cy="1078706"/>
          </a:xfrm>
          <a:custGeom>
            <a:avLst/>
            <a:gdLst>
              <a:gd name="csX0" fmla="*/ 55800 w 76171"/>
              <a:gd name="csY0" fmla="*/ 0 h 1078706"/>
              <a:gd name="csX1" fmla="*/ 76172 w 76171"/>
              <a:gd name="csY1" fmla="*/ 0 h 1078706"/>
              <a:gd name="csX2" fmla="*/ 76172 w 76171"/>
              <a:gd name="csY2" fmla="*/ 0 h 1078706"/>
              <a:gd name="csX3" fmla="*/ 76172 w 76171"/>
              <a:gd name="csY3" fmla="*/ 1078706 h 1078706"/>
              <a:gd name="csX4" fmla="*/ 76172 w 76171"/>
              <a:gd name="csY4" fmla="*/ 1078706 h 1078706"/>
              <a:gd name="csX5" fmla="*/ 55800 w 76171"/>
              <a:gd name="csY5" fmla="*/ 1078706 h 1078706"/>
              <a:gd name="csX6" fmla="*/ 0 w 76171"/>
              <a:gd name="csY6" fmla="*/ 1022924 h 1078706"/>
              <a:gd name="csX7" fmla="*/ 0 w 76171"/>
              <a:gd name="csY7" fmla="*/ 55780 h 1078706"/>
              <a:gd name="csX8" fmla="*/ 55800 w 76171"/>
              <a:gd name="csY8" fmla="*/ 0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171" h="1078706">
                <a:moveTo>
                  <a:pt x="55800" y="0"/>
                </a:moveTo>
                <a:lnTo>
                  <a:pt x="76172" y="0"/>
                </a:lnTo>
                <a:lnTo>
                  <a:pt x="76172" y="0"/>
                </a:lnTo>
                <a:lnTo>
                  <a:pt x="76172" y="1078706"/>
                </a:lnTo>
                <a:lnTo>
                  <a:pt x="76172" y="1078706"/>
                </a:lnTo>
                <a:lnTo>
                  <a:pt x="55800" y="1078706"/>
                </a:lnTo>
                <a:cubicBezTo>
                  <a:pt x="24983" y="1078706"/>
                  <a:pt x="0" y="1053731"/>
                  <a:pt x="0" y="1022924"/>
                </a:cubicBezTo>
                <a:lnTo>
                  <a:pt x="0" y="55780"/>
                </a:lnTo>
                <a:cubicBezTo>
                  <a:pt x="0" y="24974"/>
                  <a:pt x="24983" y="0"/>
                  <a:pt x="55800" y="0"/>
                </a:cubicBezTo>
              </a:path>
            </a:pathLst>
          </a:custGeom>
          <a:solidFill>
            <a:srgbClr val="49DE80"/>
          </a:solidFill>
          <a:ln w="6347" cap="flat">
            <a:solidFill>
              <a:srgbClr val="49DE80"/>
            </a:solidFill>
            <a:prstDash val="solid"/>
            <a:miter/>
          </a:ln>
        </p:spPr>
        <p:txBody>
          <a:bodyPr/>
          <a:lstStyle/>
          <a:p>
            <a:endParaRPr lang="en-US" noProof="0"/>
          </a:p>
        </p:txBody>
      </p:sp>
      <p:sp>
        <p:nvSpPr>
          <p:cNvPr id="12" name="Text 6"/>
          <p:cNvSpPr/>
          <p:nvPr/>
        </p:nvSpPr>
        <p:spPr>
          <a:xfrm>
            <a:off x="867395" y="4252158"/>
            <a:ext cx="5863681" cy="259060"/>
          </a:xfrm>
          <a:prstGeom prst="rect">
            <a:avLst/>
          </a:prstGeom>
          <a:noFill/>
          <a:ln/>
        </p:spPr>
        <p:txBody>
          <a:bodyPr wrap="none" lIns="0" tIns="0" rIns="0" bIns="0" rtlCol="0" anchor="t"/>
          <a:lstStyle/>
          <a:p>
            <a:pPr marL="0" indent="0" algn="l">
              <a:lnSpc>
                <a:spcPct val="108000"/>
              </a:lnSpc>
              <a:buNone/>
            </a:pPr>
            <a:r>
              <a:rPr lang="en-US" sz="1700" noProof="0">
                <a:solidFill>
                  <a:srgbClr val="EBEDF0"/>
                </a:solidFill>
                <a:latin typeface="Geist Bold" pitchFamily="34" charset="0"/>
                <a:ea typeface="Geist Bold" pitchFamily="34" charset="-122"/>
                <a:cs typeface="Geist Bold" pitchFamily="34" charset="-120"/>
              </a:rPr>
              <a:t>~140 MB, 256×256 input, 512-dimensional embeddings</a:t>
            </a:r>
            <a:endParaRPr lang="en-US" sz="1700" noProof="0"/>
          </a:p>
        </p:txBody>
      </p:sp>
      <p:sp>
        <p:nvSpPr>
          <p:cNvPr id="13" name="Text 7"/>
          <p:cNvSpPr/>
          <p:nvPr/>
        </p:nvSpPr>
        <p:spPr>
          <a:xfrm>
            <a:off x="867395" y="4591883"/>
            <a:ext cx="5863681" cy="381992"/>
          </a:xfrm>
          <a:prstGeom prst="rect">
            <a:avLst/>
          </a:prstGeom>
          <a:noFill/>
          <a:ln/>
        </p:spPr>
        <p:txBody>
          <a:bodyPr wrap="square" lIns="0" tIns="0" rIns="0" bIns="0" rtlCol="0" anchor="t">
            <a:noAutofit/>
          </a:bodyPr>
          <a:lstStyle/>
          <a:p>
            <a:pPr marL="0" indent="0" algn="l">
              <a:lnSpc>
                <a:spcPct val="100000"/>
              </a:lnSpc>
              <a:buNone/>
            </a:pPr>
            <a:r>
              <a:rPr lang="en-US" sz="1400" noProof="0">
                <a:solidFill>
                  <a:srgbClr val="94A3B8"/>
                </a:solidFill>
                <a:latin typeface="Geist" pitchFamily="34" charset="0"/>
                <a:ea typeface="Geist" pitchFamily="34" charset="-122"/>
                <a:cs typeface="Geist" pitchFamily="34" charset="-120"/>
              </a:rPr>
              <a:t>Tiny next to a 2-billion-parameter LLM, and with a completely different cost profile</a:t>
            </a:r>
            <a:endParaRPr lang="en-US" sz="1400" noProof="0">
              <a:solidFill>
                <a:srgbClr val="94A3B8"/>
              </a:solidFill>
            </a:endParaRPr>
          </a:p>
        </p:txBody>
      </p:sp>
      <p:sp>
        <p:nvSpPr>
          <p:cNvPr id="30" name="Freeform 29">
            <a:extLst>
              <a:ext uri="{FF2B5EF4-FFF2-40B4-BE49-F238E27FC236}">
                <a16:creationId xmlns:a16="http://schemas.microsoft.com/office/drawing/2014/main" id="{E92B8EA7-1589-122E-2826-DF120881C004}"/>
              </a:ext>
            </a:extLst>
          </p:cNvPr>
          <p:cNvSpPr/>
          <p:nvPr/>
        </p:nvSpPr>
        <p:spPr>
          <a:xfrm>
            <a:off x="612707" y="5286911"/>
            <a:ext cx="6422074" cy="1078706"/>
          </a:xfrm>
          <a:custGeom>
            <a:avLst/>
            <a:gdLst>
              <a:gd name="csX0" fmla="*/ 76172 w 6296860"/>
              <a:gd name="csY0" fmla="*/ 0 h 1078706"/>
              <a:gd name="csX1" fmla="*/ 6241058 w 6296860"/>
              <a:gd name="csY1" fmla="*/ 0 h 1078706"/>
              <a:gd name="csX2" fmla="*/ 6296860 w 6296860"/>
              <a:gd name="csY2" fmla="*/ 55780 h 1078706"/>
              <a:gd name="csX3" fmla="*/ 6296860 w 6296860"/>
              <a:gd name="csY3" fmla="*/ 1022924 h 1078706"/>
              <a:gd name="csX4" fmla="*/ 6241058 w 6296860"/>
              <a:gd name="csY4" fmla="*/ 1078706 h 1078706"/>
              <a:gd name="csX5" fmla="*/ 76172 w 6296860"/>
              <a:gd name="csY5" fmla="*/ 1078706 h 1078706"/>
              <a:gd name="csX6" fmla="*/ 0 w 6296860"/>
              <a:gd name="csY6" fmla="*/ 1002562 h 1078706"/>
              <a:gd name="csX7" fmla="*/ 0 w 6296860"/>
              <a:gd name="csY7" fmla="*/ 76144 h 1078706"/>
              <a:gd name="csX8" fmla="*/ 76172 w 6296860"/>
              <a:gd name="csY8" fmla="*/ 0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296860" h="1078706">
                <a:moveTo>
                  <a:pt x="76172" y="0"/>
                </a:moveTo>
                <a:lnTo>
                  <a:pt x="6241058" y="0"/>
                </a:lnTo>
                <a:cubicBezTo>
                  <a:pt x="6271876" y="0"/>
                  <a:pt x="6296860" y="24974"/>
                  <a:pt x="6296860" y="55780"/>
                </a:cubicBezTo>
                <a:lnTo>
                  <a:pt x="6296860" y="1022924"/>
                </a:lnTo>
                <a:cubicBezTo>
                  <a:pt x="6296860" y="1053731"/>
                  <a:pt x="6271876" y="1078706"/>
                  <a:pt x="6241058" y="1078706"/>
                </a:cubicBezTo>
                <a:lnTo>
                  <a:pt x="76172" y="1078706"/>
                </a:lnTo>
                <a:cubicBezTo>
                  <a:pt x="34103" y="1078706"/>
                  <a:pt x="0" y="1044613"/>
                  <a:pt x="0" y="1002562"/>
                </a:cubicBezTo>
                <a:lnTo>
                  <a:pt x="0" y="76144"/>
                </a:lnTo>
                <a:cubicBezTo>
                  <a:pt x="0" y="34091"/>
                  <a:pt x="34103" y="0"/>
                  <a:pt x="76172" y="0"/>
                </a:cubicBezTo>
              </a:path>
            </a:pathLst>
          </a:custGeom>
          <a:solidFill>
            <a:srgbClr val="0F172A"/>
          </a:solidFill>
          <a:ln w="6347" cap="flat">
            <a:solidFill>
              <a:srgbClr val="49DE80"/>
            </a:solidFill>
            <a:prstDash val="solid"/>
            <a:miter/>
          </a:ln>
        </p:spPr>
        <p:txBody>
          <a:bodyPr/>
          <a:lstStyle/>
          <a:p>
            <a:endParaRPr lang="en-US" noProof="0"/>
          </a:p>
        </p:txBody>
      </p:sp>
      <p:sp>
        <p:nvSpPr>
          <p:cNvPr id="31" name="Freeform 30">
            <a:extLst>
              <a:ext uri="{FF2B5EF4-FFF2-40B4-BE49-F238E27FC236}">
                <a16:creationId xmlns:a16="http://schemas.microsoft.com/office/drawing/2014/main" id="{93395D28-DB23-18BF-81E9-91A60F5D63AA}"/>
              </a:ext>
            </a:extLst>
          </p:cNvPr>
          <p:cNvSpPr/>
          <p:nvPr/>
        </p:nvSpPr>
        <p:spPr>
          <a:xfrm>
            <a:off x="612706" y="5286911"/>
            <a:ext cx="6422073" cy="1078706"/>
          </a:xfrm>
          <a:custGeom>
            <a:avLst/>
            <a:gdLst>
              <a:gd name="csX0" fmla="*/ 22312 w 6296860"/>
              <a:gd name="csY0" fmla="*/ 22304 h 1078706"/>
              <a:gd name="csX1" fmla="*/ 76172 w 6296860"/>
              <a:gd name="csY1" fmla="*/ 0 h 1078706"/>
              <a:gd name="csX2" fmla="*/ 6241058 w 6296860"/>
              <a:gd name="csY2" fmla="*/ 0 h 1078706"/>
              <a:gd name="csX3" fmla="*/ 6296860 w 6296860"/>
              <a:gd name="csY3" fmla="*/ 55780 h 1078706"/>
              <a:gd name="csX4" fmla="*/ 6296860 w 6296860"/>
              <a:gd name="csY4" fmla="*/ 1022924 h 1078706"/>
              <a:gd name="csX5" fmla="*/ 6241058 w 6296860"/>
              <a:gd name="csY5" fmla="*/ 1078706 h 1078706"/>
              <a:gd name="csX6" fmla="*/ 76172 w 6296860"/>
              <a:gd name="csY6" fmla="*/ 1078706 h 1078706"/>
              <a:gd name="csX7" fmla="*/ 0 w 6296860"/>
              <a:gd name="csY7" fmla="*/ 1002562 h 1078706"/>
              <a:gd name="csX8" fmla="*/ 0 w 6296860"/>
              <a:gd name="csY8" fmla="*/ 76144 h 1078706"/>
              <a:gd name="csX9" fmla="*/ 22312 w 6296860"/>
              <a:gd name="csY9" fmla="*/ 22304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296860" h="1078706">
                <a:moveTo>
                  <a:pt x="22312" y="22304"/>
                </a:moveTo>
                <a:cubicBezTo>
                  <a:pt x="36596" y="8024"/>
                  <a:pt x="55970" y="1"/>
                  <a:pt x="76172" y="0"/>
                </a:cubicBezTo>
                <a:lnTo>
                  <a:pt x="6241058" y="0"/>
                </a:lnTo>
                <a:cubicBezTo>
                  <a:pt x="6271876" y="0"/>
                  <a:pt x="6296860" y="24974"/>
                  <a:pt x="6296860" y="55780"/>
                </a:cubicBezTo>
                <a:lnTo>
                  <a:pt x="6296860" y="1022924"/>
                </a:lnTo>
                <a:cubicBezTo>
                  <a:pt x="6296860" y="1053731"/>
                  <a:pt x="6271876" y="1078706"/>
                  <a:pt x="6241058" y="1078706"/>
                </a:cubicBezTo>
                <a:lnTo>
                  <a:pt x="76172" y="1078706"/>
                </a:lnTo>
                <a:cubicBezTo>
                  <a:pt x="34103" y="1078706"/>
                  <a:pt x="0" y="1044613"/>
                  <a:pt x="0" y="1002562"/>
                </a:cubicBezTo>
                <a:lnTo>
                  <a:pt x="0" y="76144"/>
                </a:lnTo>
                <a:cubicBezTo>
                  <a:pt x="1" y="55950"/>
                  <a:pt x="8027" y="36583"/>
                  <a:pt x="22312" y="22304"/>
                </a:cubicBezTo>
              </a:path>
            </a:pathLst>
          </a:custGeom>
          <a:noFill/>
          <a:ln w="25400" cap="flat">
            <a:solidFill>
              <a:srgbClr val="49DE80"/>
            </a:solidFill>
            <a:prstDash val="solid"/>
            <a:miter/>
          </a:ln>
        </p:spPr>
        <p:txBody>
          <a:bodyPr/>
          <a:lstStyle/>
          <a:p>
            <a:endParaRPr lang="en-US" noProof="0"/>
          </a:p>
        </p:txBody>
      </p:sp>
      <p:sp>
        <p:nvSpPr>
          <p:cNvPr id="32" name="Freeform 31">
            <a:extLst>
              <a:ext uri="{FF2B5EF4-FFF2-40B4-BE49-F238E27FC236}">
                <a16:creationId xmlns:a16="http://schemas.microsoft.com/office/drawing/2014/main" id="{424E8A60-A9EF-C8A1-A1EC-5338B642ACCA}"/>
              </a:ext>
            </a:extLst>
          </p:cNvPr>
          <p:cNvSpPr/>
          <p:nvPr/>
        </p:nvSpPr>
        <p:spPr>
          <a:xfrm>
            <a:off x="612706" y="5286910"/>
            <a:ext cx="76171" cy="1078706"/>
          </a:xfrm>
          <a:custGeom>
            <a:avLst/>
            <a:gdLst>
              <a:gd name="csX0" fmla="*/ 55800 w 76171"/>
              <a:gd name="csY0" fmla="*/ 0 h 1078706"/>
              <a:gd name="csX1" fmla="*/ 76172 w 76171"/>
              <a:gd name="csY1" fmla="*/ 0 h 1078706"/>
              <a:gd name="csX2" fmla="*/ 76172 w 76171"/>
              <a:gd name="csY2" fmla="*/ 0 h 1078706"/>
              <a:gd name="csX3" fmla="*/ 76172 w 76171"/>
              <a:gd name="csY3" fmla="*/ 1078706 h 1078706"/>
              <a:gd name="csX4" fmla="*/ 76172 w 76171"/>
              <a:gd name="csY4" fmla="*/ 1078706 h 1078706"/>
              <a:gd name="csX5" fmla="*/ 55800 w 76171"/>
              <a:gd name="csY5" fmla="*/ 1078706 h 1078706"/>
              <a:gd name="csX6" fmla="*/ 0 w 76171"/>
              <a:gd name="csY6" fmla="*/ 1022924 h 1078706"/>
              <a:gd name="csX7" fmla="*/ 0 w 76171"/>
              <a:gd name="csY7" fmla="*/ 55780 h 1078706"/>
              <a:gd name="csX8" fmla="*/ 55800 w 76171"/>
              <a:gd name="csY8" fmla="*/ 0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171" h="1078706">
                <a:moveTo>
                  <a:pt x="55800" y="0"/>
                </a:moveTo>
                <a:lnTo>
                  <a:pt x="76172" y="0"/>
                </a:lnTo>
                <a:lnTo>
                  <a:pt x="76172" y="0"/>
                </a:lnTo>
                <a:lnTo>
                  <a:pt x="76172" y="1078706"/>
                </a:lnTo>
                <a:lnTo>
                  <a:pt x="76172" y="1078706"/>
                </a:lnTo>
                <a:lnTo>
                  <a:pt x="55800" y="1078706"/>
                </a:lnTo>
                <a:cubicBezTo>
                  <a:pt x="24983" y="1078706"/>
                  <a:pt x="0" y="1053731"/>
                  <a:pt x="0" y="1022924"/>
                </a:cubicBezTo>
                <a:lnTo>
                  <a:pt x="0" y="55780"/>
                </a:lnTo>
                <a:cubicBezTo>
                  <a:pt x="0" y="24974"/>
                  <a:pt x="24983" y="0"/>
                  <a:pt x="55800" y="0"/>
                </a:cubicBezTo>
              </a:path>
            </a:pathLst>
          </a:custGeom>
          <a:solidFill>
            <a:srgbClr val="49DE80"/>
          </a:solidFill>
          <a:ln w="6347" cap="flat">
            <a:solidFill>
              <a:srgbClr val="49DE80"/>
            </a:solidFill>
            <a:prstDash val="solid"/>
            <a:miter/>
          </a:ln>
        </p:spPr>
        <p:txBody>
          <a:bodyPr/>
          <a:lstStyle/>
          <a:p>
            <a:endParaRPr lang="en-US" noProof="0"/>
          </a:p>
        </p:txBody>
      </p:sp>
      <p:sp>
        <p:nvSpPr>
          <p:cNvPr id="15" name="Text 8"/>
          <p:cNvSpPr/>
          <p:nvPr/>
        </p:nvSpPr>
        <p:spPr>
          <a:xfrm>
            <a:off x="867395" y="5465405"/>
            <a:ext cx="5863681" cy="259060"/>
          </a:xfrm>
          <a:prstGeom prst="rect">
            <a:avLst/>
          </a:prstGeom>
          <a:noFill/>
          <a:ln/>
        </p:spPr>
        <p:txBody>
          <a:bodyPr wrap="none" lIns="0" tIns="0" rIns="0" bIns="0" rtlCol="0" anchor="t"/>
          <a:lstStyle/>
          <a:p>
            <a:pPr marL="0" indent="0" algn="l">
              <a:lnSpc>
                <a:spcPct val="108000"/>
              </a:lnSpc>
              <a:buNone/>
            </a:pPr>
            <a:r>
              <a:rPr lang="en-US" sz="1700" noProof="0">
                <a:solidFill>
                  <a:srgbClr val="EBEDF0"/>
                </a:solidFill>
                <a:latin typeface="Geist Bold" pitchFamily="34" charset="0"/>
                <a:ea typeface="Geist Bold" pitchFamily="34" charset="-122"/>
                <a:cs typeface="Geist Bold" pitchFamily="34" charset="-120"/>
              </a:rPr>
              <a:t>Open weights, exports cleanly to LiteRT</a:t>
            </a:r>
            <a:endParaRPr lang="en-US" sz="1700" noProof="0"/>
          </a:p>
        </p:txBody>
      </p:sp>
      <p:sp>
        <p:nvSpPr>
          <p:cNvPr id="16" name="Text 9"/>
          <p:cNvSpPr/>
          <p:nvPr/>
        </p:nvSpPr>
        <p:spPr>
          <a:xfrm>
            <a:off x="867395" y="5805130"/>
            <a:ext cx="5863681" cy="381992"/>
          </a:xfrm>
          <a:prstGeom prst="rect">
            <a:avLst/>
          </a:prstGeom>
          <a:noFill/>
          <a:ln/>
        </p:spPr>
        <p:txBody>
          <a:bodyPr wrap="square" lIns="0" tIns="0" rIns="0" bIns="0" rtlCol="0" anchor="t">
            <a:noAutofit/>
          </a:bodyPr>
          <a:lstStyle/>
          <a:p>
            <a:pPr marL="0" indent="0" algn="l">
              <a:lnSpc>
                <a:spcPct val="100000"/>
              </a:lnSpc>
              <a:buNone/>
            </a:pPr>
            <a:r>
              <a:rPr lang="en-US" sz="1400" noProof="0">
                <a:solidFill>
                  <a:srgbClr val="94A3B8"/>
                </a:solidFill>
                <a:latin typeface="Geist" pitchFamily="34" charset="0"/>
                <a:ea typeface="Geist" pitchFamily="34" charset="-122"/>
                <a:cs typeface="Geist" pitchFamily="34" charset="-120"/>
              </a:rPr>
              <a:t>Runs on any Android phone. No AICore needed, no silicon lottery: this can be the foundation</a:t>
            </a:r>
            <a:endParaRPr lang="en-US" sz="1400" noProof="0">
              <a:solidFill>
                <a:srgbClr val="94A3B8"/>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475" y="1200686"/>
            <a:ext cx="10868745" cy="307082"/>
          </a:xfrm>
          <a:prstGeom prst="rect">
            <a:avLst/>
          </a:prstGeom>
          <a:noFill/>
          <a:ln/>
        </p:spPr>
        <p:txBody>
          <a:bodyPr wrap="none" lIns="0" tIns="0" rIns="0" bIns="0" rtlCol="0" anchor="t"/>
          <a:lstStyle/>
          <a:p>
            <a:pPr marL="0" indent="0" algn="l">
              <a:lnSpc>
                <a:spcPct val="108000"/>
              </a:lnSpc>
              <a:buNone/>
            </a:pPr>
            <a:r>
              <a:rPr lang="en-US" sz="1850" noProof="0">
                <a:solidFill>
                  <a:srgbClr val="49DE80"/>
                </a:solidFill>
                <a:latin typeface="Geist Bold" pitchFamily="34" charset="0"/>
                <a:ea typeface="Geist Bold" pitchFamily="34" charset="-122"/>
                <a:cs typeface="Geist Bold" pitchFamily="34" charset="-120"/>
              </a:rPr>
              <a:t>CHAPTER 3 · ZERO-SHOT DETECTION</a:t>
            </a:r>
            <a:endParaRPr lang="en-US" sz="1850" noProof="0">
              <a:solidFill>
                <a:srgbClr val="49DE80"/>
              </a:solidFill>
            </a:endParaRPr>
          </a:p>
        </p:txBody>
      </p:sp>
      <p:sp>
        <p:nvSpPr>
          <p:cNvPr id="3" name="Text 1"/>
          <p:cNvSpPr/>
          <p:nvPr/>
        </p:nvSpPr>
        <p:spPr>
          <a:xfrm>
            <a:off x="661475" y="1583373"/>
            <a:ext cx="10868745" cy="1228527"/>
          </a:xfrm>
          <a:prstGeom prst="rect">
            <a:avLst/>
          </a:prstGeom>
          <a:noFill/>
          <a:ln/>
        </p:spPr>
        <p:txBody>
          <a:bodyPr wrap="square" lIns="0" tIns="0" rIns="0" bIns="0" rtlCol="0" anchor="t">
            <a:normAutofit/>
          </a:bodyPr>
          <a:lstStyle/>
          <a:p>
            <a:pPr marL="0" indent="0" algn="l">
              <a:lnSpc>
                <a:spcPct val="108000"/>
              </a:lnSpc>
              <a:buNone/>
            </a:pPr>
            <a:r>
              <a:rPr lang="en-US" sz="3700" noProof="0">
                <a:solidFill>
                  <a:srgbClr val="F2F5FA"/>
                </a:solidFill>
                <a:latin typeface="Geist Bold" pitchFamily="34" charset="0"/>
                <a:ea typeface="Geist Bold" pitchFamily="34" charset="-122"/>
                <a:cs typeface="Geist Bold" pitchFamily="34" charset="-120"/>
              </a:rPr>
              <a:t>Recognition doesn’t need a model that writes, but one that compares</a:t>
            </a:r>
            <a:endParaRPr lang="en-US" sz="3700" noProof="0"/>
          </a:p>
        </p:txBody>
      </p:sp>
      <p:sp>
        <p:nvSpPr>
          <p:cNvPr id="14" name="Image 0" descr="preencoded.png"/>
          <p:cNvSpPr/>
          <p:nvPr/>
        </p:nvSpPr>
        <p:spPr>
          <a:xfrm>
            <a:off x="636075" y="3374766"/>
            <a:ext cx="45719" cy="2123825"/>
          </a:xfrm>
          <a:prstGeom prst="rect">
            <a:avLst/>
          </a:prstGeom>
          <a:solidFill>
            <a:srgbClr val="49DE80"/>
          </a:solidFill>
          <a:ln w="6338" cap="flat">
            <a:noFill/>
            <a:prstDash val="solid"/>
            <a:miter/>
          </a:ln>
        </p:spPr>
        <p:txBody>
          <a:bodyPr/>
          <a:lstStyle/>
          <a:p>
            <a:endParaRPr lang="en-US" noProof="0"/>
          </a:p>
        </p:txBody>
      </p:sp>
      <p:sp>
        <p:nvSpPr>
          <p:cNvPr id="5" name="Text 2"/>
          <p:cNvSpPr/>
          <p:nvPr/>
        </p:nvSpPr>
        <p:spPr>
          <a:xfrm>
            <a:off x="901281" y="3400167"/>
            <a:ext cx="3225620" cy="614164"/>
          </a:xfrm>
          <a:prstGeom prst="rect">
            <a:avLst/>
          </a:prstGeom>
          <a:noFill/>
          <a:ln/>
        </p:spPr>
        <p:txBody>
          <a:bodyPr wrap="square" lIns="0" tIns="0" rIns="0" bIns="0" rtlCol="0" anchor="t">
            <a:noAutofit/>
          </a:bodyPr>
          <a:lstStyle/>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CLIP-family models: two small encoders</a:t>
            </a:r>
            <a:endParaRPr lang="en-US" sz="2000" noProof="0"/>
          </a:p>
        </p:txBody>
      </p:sp>
      <p:sp>
        <p:nvSpPr>
          <p:cNvPr id="6" name="Text 3"/>
          <p:cNvSpPr/>
          <p:nvPr/>
        </p:nvSpPr>
        <p:spPr>
          <a:xfrm>
            <a:off x="901281" y="4237466"/>
            <a:ext cx="3225620" cy="1370853"/>
          </a:xfrm>
          <a:prstGeom prst="rect">
            <a:avLst/>
          </a:prstGeom>
          <a:noFill/>
          <a:ln/>
        </p:spPr>
        <p:txBody>
          <a:bodyPr wrap="square" lIns="0" tIns="0" rIns="0" bIns="0" rtlCol="0" anchor="t">
            <a:noAutofit/>
          </a:bodyPr>
          <a:lstStyle/>
          <a:p>
            <a:pPr marL="0" indent="0" algn="l">
              <a:lnSpc>
                <a:spcPct val="108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Trained on millions of image–caption pairs, so matching pairs end up close together in vector space.</a:t>
            </a:r>
          </a:p>
        </p:txBody>
      </p:sp>
      <p:sp>
        <p:nvSpPr>
          <p:cNvPr id="15" name="Image 1" descr="preencoded.png"/>
          <p:cNvSpPr/>
          <p:nvPr/>
        </p:nvSpPr>
        <p:spPr>
          <a:xfrm>
            <a:off x="4337735" y="3374767"/>
            <a:ext cx="54370" cy="2123824"/>
          </a:xfrm>
          <a:prstGeom prst="rect">
            <a:avLst/>
          </a:prstGeom>
          <a:solidFill>
            <a:srgbClr val="49DE80"/>
          </a:solidFill>
          <a:ln w="6338" cap="flat">
            <a:noFill/>
            <a:prstDash val="solid"/>
            <a:miter/>
          </a:ln>
        </p:spPr>
        <p:txBody>
          <a:bodyPr/>
          <a:lstStyle/>
          <a:p>
            <a:endParaRPr lang="en-US" noProof="0"/>
          </a:p>
        </p:txBody>
      </p:sp>
      <p:sp>
        <p:nvSpPr>
          <p:cNvPr id="8" name="Text 4"/>
          <p:cNvSpPr/>
          <p:nvPr/>
        </p:nvSpPr>
        <p:spPr>
          <a:xfrm>
            <a:off x="4602940" y="3400167"/>
            <a:ext cx="3225620" cy="614164"/>
          </a:xfrm>
          <a:prstGeom prst="rect">
            <a:avLst/>
          </a:prstGeom>
          <a:noFill/>
          <a:ln/>
        </p:spPr>
        <p:txBody>
          <a:bodyPr wrap="square" lIns="0" tIns="0" rIns="0" bIns="0" rtlCol="0" anchor="t">
            <a:noAutofit/>
          </a:bodyPr>
          <a:lstStyle/>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"Is it an orange?" → cosine similarity</a:t>
            </a:r>
            <a:endParaRPr lang="en-US" sz="2000" noProof="0"/>
          </a:p>
        </p:txBody>
      </p:sp>
      <p:sp>
        <p:nvSpPr>
          <p:cNvPr id="9" name="Text 5"/>
          <p:cNvSpPr/>
          <p:nvPr/>
        </p:nvSpPr>
        <p:spPr>
          <a:xfrm>
            <a:off x="4602940" y="4237466"/>
            <a:ext cx="3225620" cy="1146889"/>
          </a:xfrm>
          <a:prstGeom prst="rect">
            <a:avLst/>
          </a:prstGeom>
          <a:noFill/>
          <a:ln/>
        </p:spPr>
        <p:txBody>
          <a:bodyPr wrap="square" lIns="0" tIns="0" rIns="0" bIns="0" rtlCol="0" anchor="t">
            <a:noAutofit/>
          </a:bodyPr>
          <a:lstStyle/>
          <a:p>
            <a:pPr marL="0" indent="0" algn="l">
              <a:lnSpc>
                <a:spcPct val="108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Recognition becomes geometry: a dot product, not a generated paragraph.</a:t>
            </a:r>
          </a:p>
        </p:txBody>
      </p:sp>
      <p:sp>
        <p:nvSpPr>
          <p:cNvPr id="16" name="Image 2" descr="preencoded.png"/>
          <p:cNvSpPr/>
          <p:nvPr/>
        </p:nvSpPr>
        <p:spPr>
          <a:xfrm>
            <a:off x="8039395" y="3374767"/>
            <a:ext cx="54370" cy="2123824"/>
          </a:xfrm>
          <a:prstGeom prst="rect">
            <a:avLst/>
          </a:prstGeom>
          <a:solidFill>
            <a:srgbClr val="49DE80"/>
          </a:solidFill>
          <a:ln w="6338" cap="flat">
            <a:noFill/>
            <a:prstDash val="solid"/>
            <a:miter/>
          </a:ln>
        </p:spPr>
        <p:txBody>
          <a:bodyPr/>
          <a:lstStyle/>
          <a:p>
            <a:endParaRPr lang="en-US" noProof="0"/>
          </a:p>
        </p:txBody>
      </p:sp>
      <p:sp>
        <p:nvSpPr>
          <p:cNvPr id="11" name="Text 6"/>
          <p:cNvSpPr/>
          <p:nvPr/>
        </p:nvSpPr>
        <p:spPr>
          <a:xfrm>
            <a:off x="8304600" y="3400167"/>
            <a:ext cx="3225620" cy="614164"/>
          </a:xfrm>
          <a:prstGeom prst="rect">
            <a:avLst/>
          </a:prstGeom>
          <a:noFill/>
          <a:ln/>
        </p:spPr>
        <p:txBody>
          <a:bodyPr wrap="square" lIns="0" tIns="0" rIns="0" bIns="0" rtlCol="0" anchor="t">
            <a:noAutofit/>
          </a:bodyPr>
          <a:lstStyle/>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A ~140 MB encoder is all it takes</a:t>
            </a:r>
            <a:endParaRPr lang="en-US" sz="2000" noProof="0"/>
          </a:p>
        </p:txBody>
      </p:sp>
      <p:sp>
        <p:nvSpPr>
          <p:cNvPr id="12" name="Text 7"/>
          <p:cNvSpPr/>
          <p:nvPr/>
        </p:nvSpPr>
        <p:spPr>
          <a:xfrm>
            <a:off x="8304600" y="4237466"/>
            <a:ext cx="3225620" cy="1256617"/>
          </a:xfrm>
          <a:prstGeom prst="rect">
            <a:avLst/>
          </a:prstGeom>
          <a:noFill/>
          <a:ln/>
        </p:spPr>
        <p:txBody>
          <a:bodyPr wrap="square" lIns="0" tIns="0" rIns="0" bIns="0" rtlCol="0" anchor="t">
            <a:noAutofit/>
          </a:bodyPr>
          <a:lstStyle/>
          <a:p>
            <a:pPr marL="0" indent="0" algn="l">
              <a:lnSpc>
                <a:spcPct val="108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MobileCLIP-S2 runs on LiteRT on any Android phone, no decode loop required.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566928"/>
            <a:ext cx="10872216" cy="310896"/>
          </a:xfrm>
          <a:prstGeom prst="rect">
            <a:avLst/>
          </a:prstGeom>
          <a:noFill/>
          <a:ln/>
        </p:spPr>
        <p:txBody>
          <a:bodyPr wrap="none" lIns="0" tIns="0" rIns="0" bIns="0" rtlCol="0" anchor="t"/>
          <a:lstStyle/>
          <a:p>
            <a:pPr marL="0" indent="0" algn="l">
              <a:lnSpc>
                <a:spcPct val="108000"/>
              </a:lnSpc>
              <a:buNone/>
            </a:pPr>
            <a:r>
              <a:rPr lang="en-US" sz="1800" noProof="0">
                <a:solidFill>
                  <a:srgbClr val="49DE80"/>
                </a:solidFill>
                <a:latin typeface="Geist Bold"/>
                <a:ea typeface="Geist Bold"/>
                <a:cs typeface="Geist Bold"/>
              </a:rPr>
              <a:t>CHAPTER 3 · THE TRICK</a:t>
            </a:r>
          </a:p>
        </p:txBody>
      </p:sp>
      <p:sp>
        <p:nvSpPr>
          <p:cNvPr id="3" name="Text 1"/>
          <p:cNvSpPr/>
          <p:nvPr/>
        </p:nvSpPr>
        <p:spPr>
          <a:xfrm>
            <a:off x="658368" y="896112"/>
            <a:ext cx="10872216" cy="1188720"/>
          </a:xfrm>
          <a:prstGeom prst="rect">
            <a:avLst/>
          </a:prstGeom>
          <a:noFill/>
          <a:ln/>
        </p:spPr>
        <p:txBody>
          <a:bodyPr wrap="square" lIns="0" tIns="0" rIns="0" bIns="0" rtlCol="0" anchor="t">
            <a:noAutofit/>
          </a:bodyPr>
          <a:lstStyle/>
          <a:p>
            <a:pPr marL="0" indent="0" algn="l">
              <a:lnSpc>
                <a:spcPct val="108000"/>
              </a:lnSpc>
              <a:buNone/>
            </a:pPr>
            <a:r>
              <a:rPr lang="en-US" sz="3600" noProof="0">
                <a:solidFill>
                  <a:srgbClr val="F2F5FA"/>
                </a:solidFill>
                <a:latin typeface="Geist Bold"/>
                <a:ea typeface="Geist Bold"/>
                <a:cs typeface="Geist Bold"/>
              </a:rPr>
              <a:t>We built the vocabulary ourselves, and it’s a text file</a:t>
            </a:r>
          </a:p>
        </p:txBody>
      </p:sp>
      <p:sp>
        <p:nvSpPr>
          <p:cNvPr id="4" name="Shape 2"/>
          <p:cNvSpPr/>
          <p:nvPr/>
        </p:nvSpPr>
        <p:spPr>
          <a:xfrm>
            <a:off x="661475" y="2307336"/>
            <a:ext cx="10868745" cy="3291840"/>
          </a:xfrm>
          <a:prstGeom prst="roundRect">
            <a:avLst>
              <a:gd name="adj" fmla="val 1925"/>
            </a:avLst>
          </a:prstGeom>
          <a:solidFill>
            <a:srgbClr val="1D232D"/>
          </a:solidFill>
          <a:ln/>
        </p:spPr>
        <p:txBody>
          <a:bodyPr/>
          <a:lstStyle/>
          <a:p>
            <a:endParaRPr lang="en-US" noProof="0"/>
          </a:p>
        </p:txBody>
      </p:sp>
      <p:sp>
        <p:nvSpPr>
          <p:cNvPr id="5" name="Shape 3"/>
          <p:cNvSpPr/>
          <p:nvPr/>
        </p:nvSpPr>
        <p:spPr>
          <a:xfrm>
            <a:off x="652942" y="2307336"/>
            <a:ext cx="10885810" cy="3544824"/>
          </a:xfrm>
          <a:prstGeom prst="roundRect">
            <a:avLst>
              <a:gd name="adj" fmla="val 687"/>
            </a:avLst>
          </a:prstGeom>
          <a:solidFill>
            <a:srgbClr val="1D232D"/>
          </a:solidFill>
          <a:ln/>
        </p:spPr>
        <p:txBody>
          <a:bodyPr/>
          <a:lstStyle/>
          <a:p>
            <a:endParaRPr lang="en-US" noProof="0"/>
          </a:p>
        </p:txBody>
      </p:sp>
      <p:sp>
        <p:nvSpPr>
          <p:cNvPr id="6" name="TextBox 5"/>
          <p:cNvSpPr txBox="1"/>
          <p:nvPr/>
        </p:nvSpPr>
        <p:spPr>
          <a:xfrm>
            <a:off x="666536" y="6129528"/>
            <a:ext cx="10872216" cy="347472"/>
          </a:xfrm>
          <a:prstGeom prst="rect">
            <a:avLst/>
          </a:prstGeom>
          <a:noFill/>
        </p:spPr>
        <p:txBody>
          <a:bodyPr wrap="square" lIns="0" tIns="0" rIns="0" bIns="0" anchor="t">
            <a:noAutofit/>
          </a:bodyPr>
          <a:lstStyle/>
          <a:p>
            <a:pPr marL="0" indent="0" algn="l">
              <a:buNone/>
            </a:pPr>
            <a:r>
              <a:rPr lang="en-US" sz="1700" noProof="0">
                <a:solidFill>
                  <a:srgbClr val="F2F5FA"/>
                </a:solidFill>
                <a:latin typeface="Geist"/>
                <a:ea typeface="Geist"/>
                <a:cs typeface="Geist"/>
              </a:rPr>
              <a:t>The “classifier” is a text file: want one more ingredient? Add a line.</a:t>
            </a:r>
            <a:endParaRPr lang="en-US" sz="1700" noProof="0"/>
          </a:p>
        </p:txBody>
      </p:sp>
      <p:sp>
        <p:nvSpPr>
          <p:cNvPr id="7" name="TextBox 6"/>
          <p:cNvSpPr txBox="1"/>
          <p:nvPr/>
        </p:nvSpPr>
        <p:spPr>
          <a:xfrm>
            <a:off x="886968" y="2444496"/>
            <a:ext cx="8595360" cy="3291840"/>
          </a:xfrm>
          <a:prstGeom prst="rect">
            <a:avLst/>
          </a:prstGeom>
          <a:noFill/>
        </p:spPr>
        <p:txBody>
          <a:bodyPr wrap="none" lIns="0" tIns="0" rIns="0" bIns="0" anchor="t">
            <a:noAutofit/>
          </a:bodyPr>
          <a:lstStyle/>
          <a:p>
            <a:pPr marL="0" indent="0" algn="l">
              <a:lnSpc>
                <a:spcPct val="100000"/>
              </a:lnSpc>
              <a:buNone/>
            </a:pPr>
            <a:r>
              <a:rPr lang="en-US" sz="1600" noProof="0">
                <a:solidFill>
                  <a:srgbClr val="94A3B8"/>
                </a:solidFill>
                <a:latin typeface="Consolas"/>
                <a:ea typeface="Consolas"/>
                <a:cs typeface="Consolas"/>
              </a:rPr>
              <a:t># scripts/ingredient_labels.txt · 870 hand-curated ingredient labels</a:t>
            </a:r>
            <a:endParaRPr lang="en-US" sz="1600" noProof="0"/>
          </a:p>
          <a:p>
            <a:pPr marL="0" indent="0" algn="l">
              <a:lnSpc>
                <a:spcPct val="100000"/>
              </a:lnSpc>
              <a:buNone/>
            </a:pPr>
            <a:r>
              <a:rPr lang="en-US" sz="1600" noProof="0">
                <a:solidFill>
                  <a:srgbClr val="F2F5FA"/>
                </a:solidFill>
                <a:latin typeface="Consolas"/>
                <a:ea typeface="Consolas"/>
                <a:cs typeface="Consolas"/>
              </a:rPr>
              <a:t>oranges</a:t>
            </a:r>
            <a:endParaRPr lang="en-US" sz="1600" noProof="0"/>
          </a:p>
          <a:p>
            <a:pPr marL="0" indent="0" algn="l">
              <a:lnSpc>
                <a:spcPct val="100000"/>
              </a:lnSpc>
              <a:buNone/>
            </a:pPr>
            <a:r>
              <a:rPr lang="en-US" sz="1600" noProof="0">
                <a:solidFill>
                  <a:srgbClr val="F2F5FA"/>
                </a:solidFill>
                <a:latin typeface="Consolas"/>
                <a:ea typeface="Consolas"/>
                <a:cs typeface="Consolas"/>
              </a:rPr>
              <a:t>strawberries</a:t>
            </a:r>
            <a:endParaRPr lang="en-US" sz="1600" noProof="0"/>
          </a:p>
          <a:p>
            <a:pPr marL="0" indent="0" algn="l">
              <a:lnSpc>
                <a:spcPct val="100000"/>
              </a:lnSpc>
              <a:buNone/>
            </a:pPr>
            <a:r>
              <a:rPr lang="en-US" sz="1600" noProof="0">
                <a:solidFill>
                  <a:srgbClr val="F2F5FA"/>
                </a:solidFill>
                <a:latin typeface="Consolas"/>
                <a:ea typeface="Consolas"/>
                <a:cs typeface="Consolas"/>
              </a:rPr>
              <a:t>bananas</a:t>
            </a:r>
            <a:endParaRPr lang="en-US" sz="1600" noProof="0"/>
          </a:p>
          <a:p>
            <a:pPr marL="0" indent="0" algn="l">
              <a:lnSpc>
                <a:spcPct val="100000"/>
              </a:lnSpc>
              <a:buNone/>
            </a:pPr>
            <a:r>
              <a:rPr lang="en-US" sz="1600" noProof="0">
                <a:solidFill>
                  <a:srgbClr val="94A3B8"/>
                </a:solidFill>
                <a:latin typeface="Consolas"/>
                <a:ea typeface="Consolas"/>
                <a:cs typeface="Consolas"/>
              </a:rPr>
              <a:t>…</a:t>
            </a:r>
            <a:endParaRPr lang="en-US" sz="1600" noProof="0"/>
          </a:p>
          <a:p>
            <a:pPr marL="0" indent="0" algn="l">
              <a:lnSpc>
                <a:spcPct val="100000"/>
              </a:lnSpc>
              <a:buNone/>
            </a:pPr>
            <a:r>
              <a:rPr lang="en-US" sz="1600" noProof="0">
                <a:solidFill>
                  <a:srgbClr val="F59E0B"/>
                </a:solidFill>
                <a:latin typeface="Consolas"/>
                <a:ea typeface="Consolas"/>
                <a:cs typeface="Consolas"/>
              </a:rPr>
              <a:t>lactose-free milk|milk</a:t>
            </a:r>
          </a:p>
          <a:p>
            <a:pPr marL="0" indent="0" algn="l">
              <a:lnSpc>
                <a:spcPct val="100000"/>
              </a:lnSpc>
              <a:buNone/>
            </a:pPr>
            <a:r>
              <a:rPr lang="en-US" sz="1600" noProof="0">
                <a:solidFill>
                  <a:srgbClr val="F59E0B"/>
                </a:solidFill>
                <a:latin typeface="Consolas"/>
                <a:cs typeface="Consolas"/>
              </a:rPr>
              <a:t>bottle of whole milk|milk</a:t>
            </a:r>
            <a:endParaRPr lang="en-US" sz="1600" noProof="0"/>
          </a:p>
          <a:p>
            <a:pPr marL="0" indent="0" algn="l">
              <a:lnSpc>
                <a:spcPct val="100000"/>
              </a:lnSpc>
              <a:buNone/>
            </a:pPr>
            <a:r>
              <a:rPr lang="en-US" sz="1600" noProof="0">
                <a:solidFill>
                  <a:srgbClr val="94A3B8"/>
                </a:solidFill>
                <a:latin typeface="Consolas"/>
                <a:ea typeface="Consolas"/>
                <a:cs typeface="Consolas"/>
              </a:rPr>
              <a:t>…</a:t>
            </a:r>
            <a:endParaRPr lang="en-US" sz="1600" noProof="0"/>
          </a:p>
          <a:p>
            <a:pPr marL="0" indent="0" algn="l">
              <a:lnSpc>
                <a:spcPct val="100000"/>
              </a:lnSpc>
              <a:buNone/>
            </a:pPr>
            <a:r>
              <a:rPr lang="en-US" sz="1600" noProof="0">
                <a:solidFill>
                  <a:srgbClr val="49DE80"/>
                </a:solidFill>
                <a:latin typeface="Consolas"/>
                <a:ea typeface="Consolas"/>
                <a:cs typeface="Consolas"/>
              </a:rPr>
              <a:t>~an empty shelf</a:t>
            </a:r>
            <a:endParaRPr lang="en-US" sz="1600" noProof="0"/>
          </a:p>
          <a:p>
            <a:pPr marL="0" indent="0" algn="l">
              <a:lnSpc>
                <a:spcPct val="100000"/>
              </a:lnSpc>
              <a:buNone/>
            </a:pPr>
            <a:r>
              <a:rPr lang="en-US" sz="1600" noProof="0">
                <a:solidFill>
                  <a:srgbClr val="F2F5FA"/>
                </a:solidFill>
                <a:latin typeface="Consolas"/>
                <a:ea typeface="Consolas"/>
                <a:cs typeface="Consolas"/>
              </a:rPr>
              <a:t> </a:t>
            </a:r>
            <a:endParaRPr lang="en-US" sz="1600" noProof="0"/>
          </a:p>
          <a:p>
            <a:pPr marL="0" indent="0" algn="l">
              <a:lnSpc>
                <a:spcPct val="100000"/>
              </a:lnSpc>
              <a:buNone/>
            </a:pPr>
            <a:r>
              <a:rPr lang="en-US" sz="1600" noProof="0">
                <a:solidFill>
                  <a:srgbClr val="94A3B8"/>
                </a:solidFill>
                <a:latin typeface="Consolas"/>
                <a:ea typeface="Consolas"/>
                <a:cs typeface="Consolas"/>
              </a:rPr>
              <a:t># prepare_clip_assets.py · offline, on the laptop, just once</a:t>
            </a:r>
            <a:endParaRPr lang="en-US" sz="1600" noProof="0"/>
          </a:p>
          <a:p>
            <a:pPr marL="0" indent="0" algn="l">
              <a:lnSpc>
                <a:spcPct val="100000"/>
              </a:lnSpc>
              <a:buNone/>
            </a:pPr>
            <a:r>
              <a:rPr lang="en-US" sz="1600" noProof="0">
                <a:solidFill>
                  <a:srgbClr val="F2F5FA"/>
                </a:solidFill>
                <a:latin typeface="Consolas"/>
                <a:ea typeface="Consolas"/>
                <a:cs typeface="Consolas"/>
              </a:rPr>
              <a:t>TEMPLATES = [</a:t>
            </a:r>
            <a:r>
              <a:rPr lang="en-US" sz="1600" noProof="0">
                <a:solidFill>
                  <a:srgbClr val="7DD3FC"/>
                </a:solidFill>
                <a:latin typeface="Consolas"/>
                <a:ea typeface="Consolas"/>
                <a:cs typeface="Consolas"/>
              </a:rPr>
              <a:t>"a photo of {}"</a:t>
            </a:r>
            <a:r>
              <a:rPr lang="en-US" sz="1600" noProof="0">
                <a:solidFill>
                  <a:srgbClr val="F2F5FA"/>
                </a:solidFill>
                <a:latin typeface="Consolas"/>
                <a:ea typeface="Consolas"/>
                <a:cs typeface="Consolas"/>
              </a:rPr>
              <a:t>, </a:t>
            </a:r>
            <a:r>
              <a:rPr lang="en-US" sz="1600" noProof="0">
                <a:solidFill>
                  <a:srgbClr val="7DD3FC"/>
                </a:solidFill>
                <a:latin typeface="Consolas"/>
                <a:ea typeface="Consolas"/>
                <a:cs typeface="Consolas"/>
              </a:rPr>
              <a:t>"a photo of {} in a refrigerator"</a:t>
            </a:r>
            <a:r>
              <a:rPr lang="en-US" sz="1600" noProof="0">
                <a:solidFill>
                  <a:srgbClr val="F2F5FA"/>
                </a:solidFill>
                <a:latin typeface="Consolas"/>
                <a:ea typeface="Consolas"/>
                <a:cs typeface="Consolas"/>
              </a:rPr>
              <a:t>,</a:t>
            </a:r>
            <a:endParaRPr lang="en-US" sz="1600" noProof="0"/>
          </a:p>
          <a:p>
            <a:pPr marL="0" indent="0" algn="l">
              <a:lnSpc>
                <a:spcPct val="100000"/>
              </a:lnSpc>
              <a:buNone/>
            </a:pPr>
            <a:r>
              <a:rPr lang="en-US" sz="1600" noProof="0">
                <a:solidFill>
                  <a:srgbClr val="F2F5FA"/>
                </a:solidFill>
                <a:latin typeface="Consolas"/>
                <a:ea typeface="Consolas"/>
                <a:cs typeface="Consolas"/>
              </a:rPr>
              <a:t>             </a:t>
            </a:r>
            <a:r>
              <a:rPr lang="en-US" sz="1600" noProof="0">
                <a:solidFill>
                  <a:srgbClr val="7DD3FC"/>
                </a:solidFill>
                <a:latin typeface="Consolas"/>
                <a:ea typeface="Consolas"/>
                <a:cs typeface="Consolas"/>
              </a:rPr>
              <a:t>"a photo of {} on a pantry shelf"</a:t>
            </a:r>
            <a:r>
              <a:rPr lang="en-US" sz="1600" noProof="0">
                <a:solidFill>
                  <a:srgbClr val="F2F5FA"/>
                </a:solidFill>
                <a:latin typeface="Consolas"/>
                <a:ea typeface="Consolas"/>
                <a:cs typeface="Consolas"/>
              </a:rPr>
              <a:t>, </a:t>
            </a:r>
            <a:r>
              <a:rPr lang="en-US" sz="1600" noProof="0">
                <a:solidFill>
                  <a:srgbClr val="7DD3FC"/>
                </a:solidFill>
                <a:latin typeface="Consolas"/>
                <a:ea typeface="Consolas"/>
                <a:cs typeface="Consolas"/>
              </a:rPr>
              <a:t>"a close-up photo of {}"</a:t>
            </a:r>
            <a:r>
              <a:rPr lang="en-US" sz="1600" noProof="0">
                <a:solidFill>
                  <a:srgbClr val="F2F5FA"/>
                </a:solidFill>
                <a:latin typeface="Consolas"/>
                <a:ea typeface="Consolas"/>
                <a:cs typeface="Consolas"/>
              </a:rPr>
              <a:t>]</a:t>
            </a:r>
            <a:endParaRPr lang="en-US" sz="1600" noProof="0"/>
          </a:p>
        </p:txBody>
      </p:sp>
      <p:sp>
        <p:nvSpPr>
          <p:cNvPr id="8" name="TextBox 7"/>
          <p:cNvSpPr txBox="1"/>
          <p:nvPr/>
        </p:nvSpPr>
        <p:spPr>
          <a:xfrm>
            <a:off x="4011168" y="3672840"/>
            <a:ext cx="5315712" cy="274320"/>
          </a:xfrm>
          <a:prstGeom prst="rect">
            <a:avLst/>
          </a:prstGeom>
          <a:noFill/>
        </p:spPr>
        <p:txBody>
          <a:bodyPr wrap="square" lIns="0" tIns="0" rIns="0" bIns="0" anchor="t">
            <a:noAutofit/>
          </a:bodyPr>
          <a:lstStyle/>
          <a:p>
            <a:pPr marL="0" indent="0" algn="l">
              <a:buNone/>
            </a:pPr>
            <a:r>
              <a:rPr lang="en-US" sz="1500" noProof="0">
                <a:solidFill>
                  <a:srgbClr val="F59E0B"/>
                </a:solidFill>
                <a:latin typeface="Geist Bold"/>
                <a:ea typeface="Geist Bold"/>
                <a:cs typeface="Geist Bold"/>
              </a:rPr>
              <a:t>← specific match | name shown to the user</a:t>
            </a:r>
            <a:endParaRPr lang="en-US" sz="1500" noProof="0"/>
          </a:p>
        </p:txBody>
      </p:sp>
      <p:sp>
        <p:nvSpPr>
          <p:cNvPr id="9" name="TextBox 8"/>
          <p:cNvSpPr txBox="1"/>
          <p:nvPr/>
        </p:nvSpPr>
        <p:spPr>
          <a:xfrm>
            <a:off x="2926080" y="4410456"/>
            <a:ext cx="5486400" cy="274320"/>
          </a:xfrm>
          <a:prstGeom prst="rect">
            <a:avLst/>
          </a:prstGeom>
          <a:noFill/>
        </p:spPr>
        <p:txBody>
          <a:bodyPr wrap="square" lIns="0" tIns="0" rIns="0" bIns="0" anchor="t">
            <a:noAutofit/>
          </a:bodyPr>
          <a:lstStyle/>
          <a:p>
            <a:pPr marL="0" indent="0" algn="l">
              <a:buNone/>
            </a:pPr>
            <a:r>
              <a:rPr lang="en-US" sz="1500" noProof="0">
                <a:solidFill>
                  <a:srgbClr val="49DE80"/>
                </a:solidFill>
                <a:latin typeface="Geist Bold"/>
                <a:ea typeface="Geist Bold"/>
                <a:cs typeface="Geist Bold"/>
              </a:rPr>
              <a:t>← distractor: absorbs the empty crops</a:t>
            </a:r>
            <a:endParaRPr lang="en-US" sz="1500" noProof="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1007170"/>
            <a:ext cx="6296860" cy="268784"/>
          </a:xfrm>
          <a:prstGeom prst="rect">
            <a:avLst/>
          </a:prstGeom>
          <a:noFill/>
          <a:ln/>
        </p:spPr>
        <p:txBody>
          <a:bodyPr wrap="none" lIns="0" tIns="0" rIns="0" bIns="0" rtlCol="0" anchor="t"/>
          <a:lstStyle/>
          <a:p>
            <a:pPr marL="0" indent="0" algn="l">
              <a:lnSpc>
                <a:spcPct val="108000"/>
              </a:lnSpc>
              <a:buNone/>
            </a:pPr>
            <a:r>
              <a:rPr lang="en-US" sz="1850" noProof="0">
                <a:solidFill>
                  <a:srgbClr val="49DE80"/>
                </a:solidFill>
                <a:latin typeface="Geist Bold" pitchFamily="34" charset="0"/>
                <a:ea typeface="Geist Bold" pitchFamily="34" charset="-122"/>
                <a:cs typeface="Geist Bold" pitchFamily="34" charset="-120"/>
              </a:rPr>
              <a:t>CHAPTER 3 · THE RESULT</a:t>
            </a:r>
            <a:endParaRPr lang="en-US" sz="1850" noProof="0">
              <a:solidFill>
                <a:srgbClr val="49DE80"/>
              </a:solidFill>
            </a:endParaRPr>
          </a:p>
        </p:txBody>
      </p:sp>
      <p:sp>
        <p:nvSpPr>
          <p:cNvPr id="4" name="Text 1"/>
          <p:cNvSpPr/>
          <p:nvPr/>
        </p:nvSpPr>
        <p:spPr>
          <a:xfrm>
            <a:off x="661475" y="1333798"/>
            <a:ext cx="6296860" cy="1074936"/>
          </a:xfrm>
          <a:prstGeom prst="rect">
            <a:avLst/>
          </a:prstGeom>
          <a:noFill/>
          <a:ln/>
        </p:spPr>
        <p:txBody>
          <a:bodyPr wrap="square" lIns="0" tIns="0" rIns="0" bIns="0" rtlCol="0" anchor="t">
            <a:noAutofit/>
          </a:bodyPr>
          <a:lstStyle/>
          <a:p>
            <a:pPr marL="0" indent="0" algn="l">
              <a:lnSpc>
                <a:spcPct val="108000"/>
              </a:lnSpc>
              <a:buNone/>
            </a:pPr>
            <a:r>
              <a:rPr lang="en-US" sz="3400" noProof="0">
                <a:solidFill>
                  <a:srgbClr val="F2F5FA"/>
                </a:solidFill>
                <a:latin typeface="Geist Bold" pitchFamily="34" charset="0"/>
                <a:ea typeface="Geist Bold" pitchFamily="34" charset="-122"/>
                <a:cs typeface="Geist Bold" pitchFamily="34" charset="-120"/>
              </a:rPr>
              <a:t>Same phone. Same fridge photo.</a:t>
            </a:r>
            <a:endParaRPr lang="en-US" sz="3400" noProof="0"/>
          </a:p>
        </p:txBody>
      </p:sp>
      <p:sp>
        <p:nvSpPr>
          <p:cNvPr id="5" name="Text 2"/>
          <p:cNvSpPr/>
          <p:nvPr/>
        </p:nvSpPr>
        <p:spPr>
          <a:xfrm>
            <a:off x="661475" y="2676525"/>
            <a:ext cx="6296860" cy="3225006"/>
          </a:xfrm>
          <a:prstGeom prst="rect">
            <a:avLst/>
          </a:prstGeom>
          <a:noFill/>
          <a:ln/>
        </p:spPr>
        <p:txBody>
          <a:bodyPr wrap="square" lIns="0" tIns="0" rIns="0" bIns="0" rtlCol="0" anchor="t">
            <a:normAutofit/>
          </a:bodyPr>
          <a:lstStyle/>
          <a:p>
            <a:pPr marL="0" indent="0" algn="l">
              <a:lnSpc>
                <a:spcPct val="108000"/>
              </a:lnSpc>
              <a:buNone/>
            </a:pPr>
            <a:r>
              <a:rPr lang="en-US" sz="9100" noProof="0">
                <a:solidFill>
                  <a:srgbClr val="F2F5FA"/>
                </a:solidFill>
                <a:latin typeface="Geist Bold" pitchFamily="34" charset="0"/>
                <a:ea typeface="Geist Bold" pitchFamily="34" charset="-122"/>
                <a:cs typeface="Geist Bold" pitchFamily="34" charset="-120"/>
              </a:rPr>
              <a:t>Minutes → seconds.</a:t>
            </a:r>
            <a:endParaRPr lang="en-US" sz="9100" noProof="0"/>
          </a:p>
        </p:txBody>
      </p:sp>
      <p:sp>
        <p:nvSpPr>
          <p:cNvPr id="6" name="Rectangle 5">
            <a:extLst>
              <a:ext uri="{FF2B5EF4-FFF2-40B4-BE49-F238E27FC236}">
                <a16:creationId xmlns:a16="http://schemas.microsoft.com/office/drawing/2014/main" id="{9CC3D155-B453-1C44-9484-9696E58C47DF}"/>
              </a:ext>
            </a:extLst>
          </p:cNvPr>
          <p:cNvSpPr/>
          <p:nvPr/>
        </p:nvSpPr>
        <p:spPr>
          <a:xfrm>
            <a:off x="661475" y="6118522"/>
            <a:ext cx="2011680" cy="5080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24899" y="525463"/>
            <a:ext cx="6296860" cy="259060"/>
          </a:xfrm>
          <a:prstGeom prst="rect">
            <a:avLst/>
          </a:prstGeom>
          <a:noFill/>
          <a:ln/>
        </p:spPr>
        <p:txBody>
          <a:bodyPr wrap="none" lIns="0" tIns="0" rIns="0" bIns="0" rtlCol="0" anchor="t"/>
          <a:lstStyle/>
          <a:p>
            <a:pPr>
              <a:lnSpc>
                <a:spcPct val="108000"/>
              </a:lnSpc>
            </a:pPr>
            <a:r>
              <a:rPr lang="en-US" sz="1850" noProof="0">
                <a:solidFill>
                  <a:srgbClr val="49DE80"/>
                </a:solidFill>
                <a:latin typeface="Geist Bold"/>
                <a:ea typeface="Geist Bold"/>
                <a:cs typeface="Geist Bold"/>
              </a:rPr>
              <a:t>CHAPTER 4 · WHERE THE LLM EARNS ITS PLACE</a:t>
            </a:r>
          </a:p>
        </p:txBody>
      </p:sp>
      <p:sp>
        <p:nvSpPr>
          <p:cNvPr id="4" name="Text 1"/>
          <p:cNvSpPr/>
          <p:nvPr/>
        </p:nvSpPr>
        <p:spPr>
          <a:xfrm>
            <a:off x="624899" y="838299"/>
            <a:ext cx="6296860" cy="1036638"/>
          </a:xfrm>
          <a:prstGeom prst="rect">
            <a:avLst/>
          </a:prstGeom>
          <a:noFill/>
          <a:ln/>
        </p:spPr>
        <p:txBody>
          <a:bodyPr wrap="square" lIns="0" tIns="0" rIns="0" bIns="0" rtlCol="0" anchor="t">
            <a:noAutofit/>
          </a:bodyPr>
          <a:lstStyle/>
          <a:p>
            <a:pPr marL="0" indent="0" algn="l">
              <a:lnSpc>
                <a:spcPct val="108000"/>
              </a:lnSpc>
              <a:buNone/>
            </a:pPr>
            <a:r>
              <a:rPr lang="en-US" sz="3600" noProof="0">
                <a:solidFill>
                  <a:srgbClr val="F2F5FA"/>
                </a:solidFill>
                <a:latin typeface="Geist Bold" pitchFamily="34" charset="0"/>
                <a:ea typeface="Geist Bold" pitchFamily="34" charset="-122"/>
                <a:cs typeface="Geist Bold" pitchFamily="34" charset="-120"/>
              </a:rPr>
              <a:t>Starring:</a:t>
            </a:r>
          </a:p>
          <a:p>
            <a:pPr marL="0" indent="0" algn="l">
              <a:lnSpc>
                <a:spcPct val="108000"/>
              </a:lnSpc>
              <a:buNone/>
            </a:pPr>
            <a:r>
              <a:rPr lang="en-US" sz="3600" noProof="0">
                <a:solidFill>
                  <a:srgbClr val="F2F5FA"/>
                </a:solidFill>
                <a:latin typeface="Geist Bold" pitchFamily="34" charset="0"/>
                <a:ea typeface="Geist Bold" pitchFamily="34" charset="-122"/>
                <a:cs typeface="Geist Bold" pitchFamily="34" charset="-120"/>
              </a:rPr>
              <a:t>Gemma Returns</a:t>
            </a:r>
            <a:endParaRPr lang="en-US" sz="3600" noProof="0"/>
          </a:p>
        </p:txBody>
      </p:sp>
      <p:sp>
        <p:nvSpPr>
          <p:cNvPr id="5" name="Shape 2"/>
          <p:cNvSpPr/>
          <p:nvPr/>
        </p:nvSpPr>
        <p:spPr>
          <a:xfrm>
            <a:off x="624899" y="2137708"/>
            <a:ext cx="6434268" cy="1142206"/>
          </a:xfrm>
          <a:prstGeom prst="roundRect">
            <a:avLst>
              <a:gd name="adj" fmla="val 6210"/>
            </a:avLst>
          </a:prstGeom>
          <a:solidFill>
            <a:srgbClr val="0F172A">
              <a:alpha val="95000"/>
            </a:srgbClr>
          </a:solidFill>
          <a:ln w="19050">
            <a:solidFill>
              <a:srgbClr val="49DE80"/>
            </a:solidFill>
            <a:prstDash val="solid"/>
          </a:ln>
        </p:spPr>
        <p:txBody>
          <a:bodyPr/>
          <a:lstStyle/>
          <a:p>
            <a:endParaRPr lang="en-US" noProof="0"/>
          </a:p>
        </p:txBody>
      </p:sp>
      <p:sp>
        <p:nvSpPr>
          <p:cNvPr id="6" name="Text 3"/>
          <p:cNvSpPr/>
          <p:nvPr/>
        </p:nvSpPr>
        <p:spPr>
          <a:xfrm>
            <a:off x="803389" y="2316202"/>
            <a:ext cx="5939880" cy="259060"/>
          </a:xfrm>
          <a:prstGeom prst="rect">
            <a:avLst/>
          </a:prstGeom>
          <a:noFill/>
          <a:ln/>
        </p:spPr>
        <p:txBody>
          <a:bodyPr wrap="none" lIns="0" tIns="0" rIns="0" bIns="0" rtlCol="0" anchor="t"/>
          <a:lstStyle/>
          <a:p>
            <a:r>
              <a:rPr lang="en-US" sz="1600" noProof="0">
                <a:solidFill>
                  <a:srgbClr val="F2F5FA"/>
                </a:solidFill>
                <a:latin typeface="Geist Bold"/>
                <a:ea typeface="Geist Bold"/>
                <a:cs typeface="Geist Bold"/>
              </a:rPr>
              <a:t>The same 2.6 GB, already on the phone</a:t>
            </a:r>
            <a:endParaRPr lang="en-US" sz="1600" noProof="0"/>
          </a:p>
        </p:txBody>
      </p:sp>
      <p:sp>
        <p:nvSpPr>
          <p:cNvPr id="7" name="Text 4"/>
          <p:cNvSpPr/>
          <p:nvPr/>
        </p:nvSpPr>
        <p:spPr>
          <a:xfrm>
            <a:off x="803389" y="2655927"/>
            <a:ext cx="6118370" cy="381992"/>
          </a:xfrm>
          <a:prstGeom prst="rect">
            <a:avLst/>
          </a:prstGeom>
          <a:noFill/>
          <a:ln/>
        </p:spPr>
        <p:txBody>
          <a:bodyPr wrap="square" lIns="0" tIns="0" rIns="0" bIns="0" rtlCol="0" anchor="t">
            <a:noAutofit/>
          </a:bodyPr>
          <a:lstStyle/>
          <a:p>
            <a:pPr marL="0" indent="0" algn="l">
              <a:lnSpc>
                <a:spcPct val="100000"/>
              </a:lnSpc>
              <a:buNone/>
            </a:pPr>
            <a:r>
              <a:rPr lang="en-US" sz="15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Now it does the job it was built for. We benched it for perception; we never uninstalled it</a:t>
            </a:r>
          </a:p>
        </p:txBody>
      </p:sp>
      <p:sp>
        <p:nvSpPr>
          <p:cNvPr id="8" name="Shape 5"/>
          <p:cNvSpPr/>
          <p:nvPr/>
        </p:nvSpPr>
        <p:spPr>
          <a:xfrm>
            <a:off x="624898" y="3414454"/>
            <a:ext cx="6434269" cy="1142205"/>
          </a:xfrm>
          <a:prstGeom prst="roundRect">
            <a:avLst>
              <a:gd name="adj" fmla="val 6210"/>
            </a:avLst>
          </a:prstGeom>
          <a:solidFill>
            <a:srgbClr val="0F172A">
              <a:alpha val="95000"/>
            </a:srgbClr>
          </a:solidFill>
          <a:ln w="19050">
            <a:solidFill>
              <a:srgbClr val="49DE80"/>
            </a:solidFill>
            <a:prstDash val="solid"/>
          </a:ln>
        </p:spPr>
        <p:txBody>
          <a:bodyPr/>
          <a:lstStyle/>
          <a:p>
            <a:endParaRPr lang="en-US" noProof="0"/>
          </a:p>
        </p:txBody>
      </p:sp>
      <p:sp>
        <p:nvSpPr>
          <p:cNvPr id="9" name="Text 6"/>
          <p:cNvSpPr/>
          <p:nvPr/>
        </p:nvSpPr>
        <p:spPr>
          <a:xfrm>
            <a:off x="803389" y="3592949"/>
            <a:ext cx="5939880" cy="259060"/>
          </a:xfrm>
          <a:prstGeom prst="rect">
            <a:avLst/>
          </a:prstGeom>
          <a:noFill/>
          <a:ln/>
        </p:spPr>
        <p:txBody>
          <a:bodyPr wrap="none" lIns="0" tIns="0" rIns="0" bIns="0" rtlCol="0" anchor="t"/>
          <a:lstStyle/>
          <a:p>
            <a:pPr marL="0" indent="0" algn="l">
              <a:lnSpc>
                <a:spcPct val="108000"/>
              </a:lnSpc>
              <a:buNone/>
            </a:pPr>
            <a:r>
              <a:rPr lang="en-US" sz="1650" noProof="0">
                <a:solidFill>
                  <a:srgbClr val="EBEDF0"/>
                </a:solidFill>
                <a:latin typeface="Geist Bold" pitchFamily="34" charset="0"/>
                <a:ea typeface="Geist Bold" pitchFamily="34" charset="-122"/>
                <a:cs typeface="Geist Bold" pitchFamily="34" charset="-120"/>
              </a:rPr>
              <a:t>Text only, this time</a:t>
            </a:r>
            <a:endParaRPr lang="en-US" sz="1650" noProof="0"/>
          </a:p>
        </p:txBody>
      </p:sp>
      <p:sp>
        <p:nvSpPr>
          <p:cNvPr id="10" name="Text 7"/>
          <p:cNvSpPr/>
          <p:nvPr/>
        </p:nvSpPr>
        <p:spPr>
          <a:xfrm>
            <a:off x="803389" y="3932674"/>
            <a:ext cx="6118370" cy="381992"/>
          </a:xfrm>
          <a:prstGeom prst="rect">
            <a:avLst/>
          </a:prstGeom>
          <a:noFill/>
          <a:ln/>
        </p:spPr>
        <p:txBody>
          <a:bodyPr wrap="square" lIns="0" tIns="0" rIns="0" bIns="0" rtlCol="0" anchor="t">
            <a:noAutofit/>
          </a:bodyPr>
          <a:lstStyle/>
          <a:p>
            <a:pPr marL="0" indent="0" algn="l">
              <a:lnSpc>
                <a:spcPct val="100000"/>
              </a:lnSpc>
              <a:buNone/>
            </a:pPr>
            <a:r>
              <a:rPr lang="en-US" sz="15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No photo, no image tokens, no huge prefill.</a:t>
            </a:r>
          </a:p>
          <a:p>
            <a:pPr marL="0" indent="0" algn="l">
              <a:lnSpc>
                <a:spcPct val="100000"/>
              </a:lnSpc>
              <a:buNone/>
            </a:pPr>
            <a:r>
              <a:rPr lang="en-US" sz="15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Input: a short list of ingredients</a:t>
            </a:r>
          </a:p>
        </p:txBody>
      </p:sp>
      <p:sp>
        <p:nvSpPr>
          <p:cNvPr id="11" name="Shape 8"/>
          <p:cNvSpPr/>
          <p:nvPr/>
        </p:nvSpPr>
        <p:spPr>
          <a:xfrm>
            <a:off x="624899" y="4691200"/>
            <a:ext cx="6434268" cy="1142205"/>
          </a:xfrm>
          <a:prstGeom prst="roundRect">
            <a:avLst>
              <a:gd name="adj" fmla="val 6210"/>
            </a:avLst>
          </a:prstGeom>
          <a:solidFill>
            <a:srgbClr val="0F172A">
              <a:alpha val="95000"/>
            </a:srgbClr>
          </a:solidFill>
          <a:ln w="19050">
            <a:solidFill>
              <a:srgbClr val="49DE80"/>
            </a:solidFill>
            <a:prstDash val="solid"/>
          </a:ln>
        </p:spPr>
        <p:txBody>
          <a:bodyPr/>
          <a:lstStyle/>
          <a:p>
            <a:endParaRPr lang="en-US" noProof="0"/>
          </a:p>
        </p:txBody>
      </p:sp>
      <p:sp>
        <p:nvSpPr>
          <p:cNvPr id="12" name="Text 9"/>
          <p:cNvSpPr/>
          <p:nvPr/>
        </p:nvSpPr>
        <p:spPr>
          <a:xfrm>
            <a:off x="803389" y="4869696"/>
            <a:ext cx="5939880" cy="259060"/>
          </a:xfrm>
          <a:prstGeom prst="rect">
            <a:avLst/>
          </a:prstGeom>
          <a:noFill/>
          <a:ln/>
        </p:spPr>
        <p:txBody>
          <a:bodyPr wrap="none" lIns="0" tIns="0" rIns="0" bIns="0" rtlCol="0" anchor="t"/>
          <a:lstStyle/>
          <a:p>
            <a:pPr marL="0" indent="0" algn="l">
              <a:lnSpc>
                <a:spcPct val="108000"/>
              </a:lnSpc>
              <a:buNone/>
            </a:pPr>
            <a:r>
              <a:rPr lang="en-US" sz="1600" noProof="0">
                <a:solidFill>
                  <a:srgbClr val="EBEDF0"/>
                </a:solidFill>
                <a:latin typeface="Geist Bold" pitchFamily="34" charset="0"/>
                <a:ea typeface="Geist Bold" pitchFamily="34" charset="-122"/>
                <a:cs typeface="Geist Bold" pitchFamily="34" charset="-120"/>
              </a:rPr>
              <a:t>Instruction-tuned generation: recipes are new text</a:t>
            </a:r>
            <a:endParaRPr lang="en-US" sz="1600" noProof="0"/>
          </a:p>
        </p:txBody>
      </p:sp>
      <p:sp>
        <p:nvSpPr>
          <p:cNvPr id="13" name="Text 10"/>
          <p:cNvSpPr/>
          <p:nvPr/>
        </p:nvSpPr>
        <p:spPr>
          <a:xfrm>
            <a:off x="803389" y="5209421"/>
            <a:ext cx="6118370" cy="381992"/>
          </a:xfrm>
          <a:prstGeom prst="rect">
            <a:avLst/>
          </a:prstGeom>
          <a:noFill/>
          <a:ln/>
        </p:spPr>
        <p:txBody>
          <a:bodyPr wrap="square" lIns="0" tIns="0" rIns="0" bIns="0" rtlCol="0" anchor="t">
            <a:noAutofit/>
          </a:bodyPr>
          <a:lstStyle/>
          <a:p>
            <a:pPr marL="0" indent="0" algn="l">
              <a:lnSpc>
                <a:spcPct val="100000"/>
              </a:lnSpc>
              <a:buNone/>
            </a:pPr>
            <a:r>
              <a:rPr lang="en-US" sz="15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Invented on the spot. The one job in the app that no comparison, no vocabulary, no lookup could ever do</a:t>
            </a:r>
          </a:p>
        </p:txBody>
      </p:sp>
      <p:sp>
        <p:nvSpPr>
          <p:cNvPr id="14" name="Shape 11"/>
          <p:cNvSpPr/>
          <p:nvPr/>
        </p:nvSpPr>
        <p:spPr>
          <a:xfrm>
            <a:off x="624899" y="5967948"/>
            <a:ext cx="6434268" cy="616049"/>
          </a:xfrm>
          <a:prstGeom prst="roundRect">
            <a:avLst>
              <a:gd name="adj" fmla="val 10873"/>
            </a:avLst>
          </a:prstGeom>
          <a:solidFill>
            <a:srgbClr val="0F172A">
              <a:alpha val="95000"/>
            </a:srgbClr>
          </a:solidFill>
          <a:ln w="19050">
            <a:solidFill>
              <a:srgbClr val="49DE80"/>
            </a:solidFill>
            <a:prstDash val="solid"/>
          </a:ln>
        </p:spPr>
        <p:txBody>
          <a:bodyPr/>
          <a:lstStyle/>
          <a:p>
            <a:endParaRPr lang="en-US" noProof="0"/>
          </a:p>
        </p:txBody>
      </p:sp>
      <p:sp>
        <p:nvSpPr>
          <p:cNvPr id="15" name="Text 12"/>
          <p:cNvSpPr/>
          <p:nvPr/>
        </p:nvSpPr>
        <p:spPr>
          <a:xfrm>
            <a:off x="803389" y="6146443"/>
            <a:ext cx="5939880" cy="259060"/>
          </a:xfrm>
          <a:prstGeom prst="rect">
            <a:avLst/>
          </a:prstGeom>
          <a:noFill/>
          <a:ln/>
        </p:spPr>
        <p:txBody>
          <a:bodyPr wrap="none" lIns="0" tIns="0" rIns="0" bIns="0" rtlCol="0" anchor="t"/>
          <a:lstStyle/>
          <a:p>
            <a:pPr marL="0" indent="0" algn="l">
              <a:lnSpc>
                <a:spcPct val="108000"/>
              </a:lnSpc>
              <a:buNone/>
            </a:pPr>
            <a:r>
              <a:rPr lang="en-US" sz="1600" noProof="0">
                <a:solidFill>
                  <a:srgbClr val="EBEDF0"/>
                </a:solidFill>
                <a:latin typeface="Geist Bold" pitchFamily="34" charset="0"/>
                <a:ea typeface="Geist Bold" pitchFamily="34" charset="-122"/>
                <a:cs typeface="Geist Bold" pitchFamily="34" charset="-120"/>
              </a:rPr>
              <a:t>Runs via LiteRT-LM on the GPU</a:t>
            </a:r>
            <a:endParaRPr lang="en-US" sz="1600" noProof="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61475" y="1083314"/>
            <a:ext cx="10868745" cy="307082"/>
          </a:xfrm>
          <a:prstGeom prst="rect">
            <a:avLst/>
          </a:prstGeom>
          <a:noFill/>
          <a:ln/>
        </p:spPr>
        <p:txBody>
          <a:bodyPr wrap="none" lIns="0" tIns="0" rIns="0" bIns="0" rtlCol="0" anchor="t"/>
          <a:lstStyle/>
          <a:p>
            <a:pPr marL="0" indent="0" algn="l">
              <a:lnSpc>
                <a:spcPct val="108000"/>
              </a:lnSpc>
              <a:buNone/>
            </a:pPr>
            <a:r>
              <a:rPr lang="en-US" sz="1850" noProof="0">
                <a:solidFill>
                  <a:srgbClr val="49DE80"/>
                </a:solidFill>
                <a:latin typeface="Geist Bold" pitchFamily="34" charset="0"/>
                <a:ea typeface="Geist Bold" pitchFamily="34" charset="-122"/>
                <a:cs typeface="Geist Bold" pitchFamily="34" charset="-120"/>
              </a:rPr>
              <a:t>CHAPTER 4 · WHERE THE LLM EARNS ITS PLACE</a:t>
            </a:r>
            <a:endParaRPr lang="en-US" sz="1850" noProof="0">
              <a:solidFill>
                <a:srgbClr val="49DE80"/>
              </a:solidFill>
            </a:endParaRPr>
          </a:p>
        </p:txBody>
      </p:sp>
      <p:sp>
        <p:nvSpPr>
          <p:cNvPr id="3" name="Text 1"/>
          <p:cNvSpPr/>
          <p:nvPr/>
        </p:nvSpPr>
        <p:spPr>
          <a:xfrm>
            <a:off x="661475" y="1466001"/>
            <a:ext cx="10868745" cy="614263"/>
          </a:xfrm>
          <a:prstGeom prst="rect">
            <a:avLst/>
          </a:prstGeom>
          <a:noFill/>
          <a:ln/>
        </p:spPr>
        <p:txBody>
          <a:bodyPr wrap="none" lIns="0" tIns="0" rIns="0" bIns="0" rtlCol="0" anchor="t"/>
          <a:lstStyle/>
          <a:p>
            <a:pPr marL="0" indent="0" algn="l">
              <a:lnSpc>
                <a:spcPct val="108000"/>
              </a:lnSpc>
              <a:buNone/>
            </a:pPr>
            <a:r>
              <a:rPr lang="en-US" sz="3700" noProof="0">
                <a:solidFill>
                  <a:srgbClr val="F2F5FA"/>
                </a:solidFill>
                <a:latin typeface="Geist Bold" pitchFamily="34" charset="0"/>
                <a:ea typeface="Geist Bold" pitchFamily="34" charset="-122"/>
                <a:cs typeface="Geist Bold" pitchFamily="34" charset="-120"/>
              </a:rPr>
              <a:t>Recipes are creation, not recognition</a:t>
            </a:r>
            <a:endParaRPr lang="en-US" sz="3700" noProof="0"/>
          </a:p>
        </p:txBody>
      </p:sp>
      <p:sp>
        <p:nvSpPr>
          <p:cNvPr id="17" name="Image 0" descr="preencoded.png"/>
          <p:cNvSpPr/>
          <p:nvPr/>
        </p:nvSpPr>
        <p:spPr>
          <a:xfrm>
            <a:off x="636075" y="2618748"/>
            <a:ext cx="50751" cy="1355844"/>
          </a:xfrm>
          <a:prstGeom prst="rect">
            <a:avLst/>
          </a:prstGeom>
          <a:solidFill>
            <a:srgbClr val="49DE80"/>
          </a:solidFill>
          <a:ln w="6335" cap="flat">
            <a:noFill/>
            <a:prstDash val="solid"/>
            <a:miter/>
          </a:ln>
        </p:spPr>
        <p:txBody>
          <a:bodyPr/>
          <a:lstStyle/>
          <a:p>
            <a:endParaRPr lang="en-US" noProof="0"/>
          </a:p>
        </p:txBody>
      </p:sp>
      <p:sp>
        <p:nvSpPr>
          <p:cNvPr id="5" name="Text 2"/>
          <p:cNvSpPr/>
          <p:nvPr/>
        </p:nvSpPr>
        <p:spPr>
          <a:xfrm>
            <a:off x="901281" y="2644148"/>
            <a:ext cx="5076400" cy="307082"/>
          </a:xfrm>
          <a:prstGeom prst="rect">
            <a:avLst/>
          </a:prstGeom>
          <a:noFill/>
          <a:ln/>
        </p:spPr>
        <p:txBody>
          <a:bodyPr wrap="none" lIns="0" tIns="0" rIns="0" bIns="0" rtlCol="0" anchor="t"/>
          <a:lstStyle/>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From an inventory to dinner ideas</a:t>
            </a:r>
            <a:endParaRPr lang="en-US" sz="2000" noProof="0"/>
          </a:p>
        </p:txBody>
      </p:sp>
      <p:sp>
        <p:nvSpPr>
          <p:cNvPr id="6" name="Text 3"/>
          <p:cNvSpPr/>
          <p:nvPr/>
        </p:nvSpPr>
        <p:spPr>
          <a:xfrm>
            <a:off x="901281" y="3125597"/>
            <a:ext cx="5076400" cy="491331"/>
          </a:xfrm>
          <a:prstGeom prst="rect">
            <a:avLst/>
          </a:prstGeom>
          <a:noFill/>
          <a:ln/>
        </p:spPr>
        <p:txBody>
          <a:bodyPr wrap="square" lIns="0" tIns="0" rIns="0" bIns="0" rtlCol="0" anchor="t">
            <a:noAutofit/>
          </a:bodyPr>
          <a:lstStyle/>
          <a:p>
            <a:pPr marL="0" indent="0" algn="l">
              <a:lnSpc>
                <a:spcPct val="108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That’s why generative models exist: no closed vocabulary can do it.</a:t>
            </a:r>
          </a:p>
        </p:txBody>
      </p:sp>
      <p:sp>
        <p:nvSpPr>
          <p:cNvPr id="18" name="Image 1" descr="preencoded.png"/>
          <p:cNvSpPr/>
          <p:nvPr/>
        </p:nvSpPr>
        <p:spPr>
          <a:xfrm>
            <a:off x="6188515" y="2618748"/>
            <a:ext cx="50751" cy="1355844"/>
          </a:xfrm>
          <a:prstGeom prst="rect">
            <a:avLst/>
          </a:prstGeom>
          <a:solidFill>
            <a:srgbClr val="49DE80"/>
          </a:solidFill>
          <a:ln w="6335" cap="flat">
            <a:noFill/>
            <a:prstDash val="solid"/>
            <a:miter/>
          </a:ln>
        </p:spPr>
        <p:txBody>
          <a:bodyPr/>
          <a:lstStyle/>
          <a:p>
            <a:endParaRPr lang="en-US" noProof="0"/>
          </a:p>
        </p:txBody>
      </p:sp>
      <p:sp>
        <p:nvSpPr>
          <p:cNvPr id="8" name="Text 4"/>
          <p:cNvSpPr/>
          <p:nvPr/>
        </p:nvSpPr>
        <p:spPr>
          <a:xfrm>
            <a:off x="6453721" y="2644148"/>
            <a:ext cx="5076500" cy="307082"/>
          </a:xfrm>
          <a:prstGeom prst="rect">
            <a:avLst/>
          </a:prstGeom>
          <a:noFill/>
          <a:ln/>
        </p:spPr>
        <p:txBody>
          <a:bodyPr wrap="none" lIns="0" tIns="0" rIns="0" bIns="0" rtlCol="0" anchor="t"/>
          <a:lstStyle/>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Two-stage prompting</a:t>
            </a:r>
            <a:endParaRPr lang="en-US" sz="2000" noProof="0"/>
          </a:p>
        </p:txBody>
      </p:sp>
      <p:sp>
        <p:nvSpPr>
          <p:cNvPr id="9" name="Text 5"/>
          <p:cNvSpPr/>
          <p:nvPr/>
        </p:nvSpPr>
        <p:spPr>
          <a:xfrm>
            <a:off x="6453721" y="3064637"/>
            <a:ext cx="5076500" cy="491331"/>
          </a:xfrm>
          <a:prstGeom prst="rect">
            <a:avLst/>
          </a:prstGeom>
          <a:noFill/>
          <a:ln/>
        </p:spPr>
        <p:txBody>
          <a:bodyPr wrap="square" lIns="0" tIns="0" rIns="0" bIns="0" rtlCol="0" anchor="t">
            <a:noAutofit/>
          </a:bodyPr>
          <a:lstStyle/>
          <a:p>
            <a:pPr marL="0" indent="0" algn="l">
              <a:lnSpc>
                <a:spcPct val="108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A cheap list first, then the full recipe on demand: shorter prompts, less waiting.</a:t>
            </a:r>
          </a:p>
        </p:txBody>
      </p:sp>
      <p:sp>
        <p:nvSpPr>
          <p:cNvPr id="20" name="Image 2" descr="preencoded.png"/>
          <p:cNvSpPr/>
          <p:nvPr/>
        </p:nvSpPr>
        <p:spPr>
          <a:xfrm>
            <a:off x="636075" y="4542576"/>
            <a:ext cx="54372" cy="1455888"/>
          </a:xfrm>
          <a:prstGeom prst="rect">
            <a:avLst/>
          </a:prstGeom>
          <a:solidFill>
            <a:srgbClr val="49DE80"/>
          </a:solidFill>
          <a:ln w="6335" cap="flat">
            <a:noFill/>
            <a:prstDash val="solid"/>
            <a:miter/>
          </a:ln>
        </p:spPr>
        <p:txBody>
          <a:bodyPr/>
          <a:lstStyle/>
          <a:p>
            <a:endParaRPr lang="en-US" noProof="0"/>
          </a:p>
        </p:txBody>
      </p:sp>
      <p:sp>
        <p:nvSpPr>
          <p:cNvPr id="11" name="Text 6"/>
          <p:cNvSpPr/>
          <p:nvPr/>
        </p:nvSpPr>
        <p:spPr>
          <a:xfrm>
            <a:off x="901281" y="4567976"/>
            <a:ext cx="5076400" cy="307082"/>
          </a:xfrm>
          <a:prstGeom prst="rect">
            <a:avLst/>
          </a:prstGeom>
          <a:noFill/>
          <a:ln/>
        </p:spPr>
        <p:txBody>
          <a:bodyPr wrap="none" lIns="0" tIns="0" rIns="0" bIns="0" rtlCol="0" anchor="t"/>
          <a:lstStyle/>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Defensive JSON parsing with silent</a:t>
            </a:r>
          </a:p>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retries</a:t>
            </a:r>
            <a:endParaRPr lang="en-US" sz="2000" noProof="0"/>
          </a:p>
        </p:txBody>
      </p:sp>
      <p:sp>
        <p:nvSpPr>
          <p:cNvPr id="12" name="Text 7"/>
          <p:cNvSpPr/>
          <p:nvPr/>
        </p:nvSpPr>
        <p:spPr>
          <a:xfrm>
            <a:off x="897661" y="5283355"/>
            <a:ext cx="5076400" cy="491331"/>
          </a:xfrm>
          <a:prstGeom prst="rect">
            <a:avLst/>
          </a:prstGeom>
          <a:noFill/>
          <a:ln/>
        </p:spPr>
        <p:txBody>
          <a:bodyPr wrap="square" lIns="0" tIns="0" rIns="0" bIns="0" rtlCol="0" anchor="t">
            <a:noAutofit/>
          </a:bodyPr>
          <a:lstStyle/>
          <a:p>
            <a:pPr marL="0" indent="0" algn="l">
              <a:lnSpc>
                <a:spcPct val="108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Small models break format contracts: expect it, don’t apologize.</a:t>
            </a:r>
          </a:p>
        </p:txBody>
      </p:sp>
      <p:sp>
        <p:nvSpPr>
          <p:cNvPr id="19" name="Image 3" descr="preencoded.png"/>
          <p:cNvSpPr/>
          <p:nvPr/>
        </p:nvSpPr>
        <p:spPr>
          <a:xfrm>
            <a:off x="6188515" y="4542576"/>
            <a:ext cx="50751" cy="1455888"/>
          </a:xfrm>
          <a:prstGeom prst="rect">
            <a:avLst/>
          </a:prstGeom>
          <a:solidFill>
            <a:srgbClr val="49DE80"/>
          </a:solidFill>
          <a:ln w="6335" cap="flat">
            <a:noFill/>
            <a:prstDash val="solid"/>
            <a:miter/>
          </a:ln>
        </p:spPr>
        <p:txBody>
          <a:bodyPr/>
          <a:lstStyle/>
          <a:p>
            <a:endParaRPr lang="en-US" noProof="0"/>
          </a:p>
        </p:txBody>
      </p:sp>
      <p:sp>
        <p:nvSpPr>
          <p:cNvPr id="14" name="Text 8"/>
          <p:cNvSpPr/>
          <p:nvPr/>
        </p:nvSpPr>
        <p:spPr>
          <a:xfrm>
            <a:off x="6453721" y="4567976"/>
            <a:ext cx="5076500" cy="614164"/>
          </a:xfrm>
          <a:prstGeom prst="rect">
            <a:avLst/>
          </a:prstGeom>
          <a:noFill/>
          <a:ln/>
        </p:spPr>
        <p:txBody>
          <a:bodyPr wrap="square" lIns="0" tIns="0" rIns="0" bIns="0" rtlCol="0" anchor="t">
            <a:noAutofit/>
          </a:bodyPr>
          <a:lstStyle/>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Text-only generation runs at 15–25 tok/s</a:t>
            </a:r>
            <a:endParaRPr lang="en-US" sz="2000" noProof="0"/>
          </a:p>
        </p:txBody>
      </p:sp>
      <p:sp>
        <p:nvSpPr>
          <p:cNvPr id="15" name="Text 9"/>
          <p:cNvSpPr/>
          <p:nvPr/>
        </p:nvSpPr>
        <p:spPr>
          <a:xfrm>
            <a:off x="6453721" y="5295547"/>
            <a:ext cx="5076500" cy="491331"/>
          </a:xfrm>
          <a:prstGeom prst="rect">
            <a:avLst/>
          </a:prstGeom>
          <a:noFill/>
          <a:ln/>
        </p:spPr>
        <p:txBody>
          <a:bodyPr wrap="square" lIns="0" tIns="0" rIns="0" bIns="0" rtlCol="0" anchor="t">
            <a:noAutofit/>
          </a:bodyPr>
          <a:lstStyle/>
          <a:p>
            <a:pPr marL="0" indent="0" algn="l">
              <a:lnSpc>
                <a:spcPct val="108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No photo, no image prefill: you only wait for the text.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61475" y="1073733"/>
            <a:ext cx="10868745" cy="307082"/>
          </a:xfrm>
          <a:prstGeom prst="rect">
            <a:avLst/>
          </a:prstGeom>
          <a:noFill/>
          <a:ln/>
        </p:spPr>
        <p:txBody>
          <a:bodyPr wrap="none" lIns="0" tIns="0" rIns="0" bIns="0" rtlCol="0" anchor="t"/>
          <a:lstStyle/>
          <a:p>
            <a:pPr marL="0" indent="0" algn="l">
              <a:lnSpc>
                <a:spcPct val="108000"/>
              </a:lnSpc>
              <a:buNone/>
            </a:pPr>
            <a:r>
              <a:rPr lang="en-US" sz="1850" noProof="0">
                <a:solidFill>
                  <a:srgbClr val="49DE80"/>
                </a:solidFill>
                <a:latin typeface="Geist Bold" pitchFamily="34" charset="0"/>
                <a:ea typeface="Geist Bold" pitchFamily="34" charset="-122"/>
                <a:cs typeface="Geist Bold" pitchFamily="34" charset="-120"/>
              </a:rPr>
              <a:t>CHAPTER 5 · DISTRIBUTION</a:t>
            </a:r>
            <a:endParaRPr lang="en-US" sz="1850" noProof="0">
              <a:solidFill>
                <a:srgbClr val="49DE80"/>
              </a:solidFill>
            </a:endParaRPr>
          </a:p>
        </p:txBody>
      </p:sp>
      <p:sp>
        <p:nvSpPr>
          <p:cNvPr id="3" name="Text 1"/>
          <p:cNvSpPr/>
          <p:nvPr/>
        </p:nvSpPr>
        <p:spPr>
          <a:xfrm>
            <a:off x="661475" y="1456420"/>
            <a:ext cx="10868745" cy="614263"/>
          </a:xfrm>
          <a:prstGeom prst="rect">
            <a:avLst/>
          </a:prstGeom>
          <a:noFill/>
          <a:ln/>
        </p:spPr>
        <p:txBody>
          <a:bodyPr wrap="none" lIns="0" tIns="0" rIns="0" bIns="0" rtlCol="0" anchor="t"/>
          <a:lstStyle/>
          <a:p>
            <a:pPr marL="0" indent="0" algn="l">
              <a:lnSpc>
                <a:spcPct val="108000"/>
              </a:lnSpc>
              <a:buNone/>
            </a:pPr>
            <a:r>
              <a:rPr lang="en-US" sz="3700" noProof="0">
                <a:solidFill>
                  <a:srgbClr val="F2F5FA"/>
                </a:solidFill>
                <a:latin typeface="Geist Bold" pitchFamily="34" charset="0"/>
                <a:ea typeface="Geist Bold" pitchFamily="34" charset="-122"/>
                <a:cs typeface="Geist Bold" pitchFamily="34" charset="-120"/>
              </a:rPr>
              <a:t>Every model travels differently</a:t>
            </a:r>
            <a:endParaRPr lang="en-US" sz="3700" noProof="0"/>
          </a:p>
        </p:txBody>
      </p:sp>
      <p:sp>
        <p:nvSpPr>
          <p:cNvPr id="4" name="Shape 2"/>
          <p:cNvSpPr/>
          <p:nvPr/>
        </p:nvSpPr>
        <p:spPr>
          <a:xfrm>
            <a:off x="661475" y="2524839"/>
            <a:ext cx="5339820" cy="1476700"/>
          </a:xfrm>
          <a:prstGeom prst="roundRect">
            <a:avLst>
              <a:gd name="adj" fmla="val 5978"/>
            </a:avLst>
          </a:prstGeom>
          <a:solidFill>
            <a:srgbClr val="0F172A"/>
          </a:solidFill>
          <a:ln w="19050">
            <a:solidFill>
              <a:srgbClr val="49DE80"/>
            </a:solidFill>
            <a:prstDash val="solid"/>
          </a:ln>
        </p:spPr>
        <p:txBody>
          <a:bodyPr/>
          <a:lstStyle/>
          <a:p>
            <a:endParaRPr lang="en-US" noProof="0"/>
          </a:p>
        </p:txBody>
      </p:sp>
      <p:sp>
        <p:nvSpPr>
          <p:cNvPr id="5" name="Text 3"/>
          <p:cNvSpPr/>
          <p:nvPr/>
        </p:nvSpPr>
        <p:spPr>
          <a:xfrm>
            <a:off x="869531" y="2732901"/>
            <a:ext cx="4923707" cy="307082"/>
          </a:xfrm>
          <a:prstGeom prst="rect">
            <a:avLst/>
          </a:prstGeom>
          <a:noFill/>
          <a:ln/>
        </p:spPr>
        <p:txBody>
          <a:bodyPr wrap="none" lIns="0" tIns="0" rIns="0" bIns="0" rtlCol="0" anchor="t"/>
          <a:lstStyle/>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Gemini Nano: zero megabytes</a:t>
            </a:r>
            <a:endParaRPr lang="en-US" sz="2000" noProof="0"/>
          </a:p>
        </p:txBody>
      </p:sp>
      <p:sp>
        <p:nvSpPr>
          <p:cNvPr id="6" name="Text 4"/>
          <p:cNvSpPr/>
          <p:nvPr/>
        </p:nvSpPr>
        <p:spPr>
          <a:xfrm>
            <a:off x="869531" y="3177773"/>
            <a:ext cx="4923707" cy="699394"/>
          </a:xfrm>
          <a:prstGeom prst="rect">
            <a:avLst/>
          </a:prstGeom>
          <a:noFill/>
          <a:ln/>
        </p:spPr>
        <p:txBody>
          <a:bodyPr wrap="none" lIns="0" tIns="0" rIns="0" bIns="0" rtlCol="0" anchor="t"/>
          <a:lstStyle/>
          <a:p>
            <a:pPr marL="0" indent="0" algn="l">
              <a:lnSpc>
                <a:spcPct val="108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AICore manages it; the APK only contains a</a:t>
            </a:r>
          </a:p>
          <a:p>
            <a:pPr marL="0" indent="0" algn="l">
              <a:lnSpc>
                <a:spcPct val="108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prompt.</a:t>
            </a:r>
          </a:p>
        </p:txBody>
      </p:sp>
      <p:sp>
        <p:nvSpPr>
          <p:cNvPr id="7" name="Shape 5"/>
          <p:cNvSpPr/>
          <p:nvPr/>
        </p:nvSpPr>
        <p:spPr>
          <a:xfrm>
            <a:off x="6190301" y="2524839"/>
            <a:ext cx="5339919" cy="1476700"/>
          </a:xfrm>
          <a:prstGeom prst="roundRect">
            <a:avLst>
              <a:gd name="adj" fmla="val 5978"/>
            </a:avLst>
          </a:prstGeom>
          <a:solidFill>
            <a:srgbClr val="0F172A"/>
          </a:solidFill>
          <a:ln w="19050">
            <a:solidFill>
              <a:srgbClr val="49DE80"/>
            </a:solidFill>
            <a:prstDash val="solid"/>
          </a:ln>
        </p:spPr>
        <p:txBody>
          <a:bodyPr/>
          <a:lstStyle/>
          <a:p>
            <a:endParaRPr lang="en-US" noProof="0"/>
          </a:p>
        </p:txBody>
      </p:sp>
      <p:sp>
        <p:nvSpPr>
          <p:cNvPr id="8" name="Text 6"/>
          <p:cNvSpPr/>
          <p:nvPr/>
        </p:nvSpPr>
        <p:spPr>
          <a:xfrm>
            <a:off x="6398358" y="2732901"/>
            <a:ext cx="4923806" cy="307082"/>
          </a:xfrm>
          <a:prstGeom prst="rect">
            <a:avLst/>
          </a:prstGeom>
          <a:noFill/>
          <a:ln/>
        </p:spPr>
        <p:txBody>
          <a:bodyPr wrap="none" lIns="0" tIns="0" rIns="0" bIns="0" rtlCol="0" anchor="t"/>
          <a:lstStyle/>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MobileCLIP-S2: ~140 MB</a:t>
            </a:r>
            <a:endParaRPr lang="en-US" sz="2000" noProof="0"/>
          </a:p>
        </p:txBody>
      </p:sp>
      <p:sp>
        <p:nvSpPr>
          <p:cNvPr id="9" name="Text 7"/>
          <p:cNvSpPr/>
          <p:nvPr/>
        </p:nvSpPr>
        <p:spPr>
          <a:xfrm>
            <a:off x="6398358" y="3177774"/>
            <a:ext cx="4923806" cy="491331"/>
          </a:xfrm>
          <a:prstGeom prst="rect">
            <a:avLst/>
          </a:prstGeom>
          <a:noFill/>
          <a:ln/>
        </p:spPr>
        <p:txBody>
          <a:bodyPr wrap="square" lIns="0" tIns="0" rIns="0" bIns="0" rtlCol="0" anchor="t">
            <a:noAutofit/>
          </a:bodyPr>
          <a:lstStyle/>
          <a:p>
            <a:pPr marL="0" indent="0" algn="l">
              <a:lnSpc>
                <a:spcPct val="108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Bundled in the APK like any asset: detection works right after install.</a:t>
            </a:r>
          </a:p>
        </p:txBody>
      </p:sp>
      <p:sp>
        <p:nvSpPr>
          <p:cNvPr id="10" name="Shape 8"/>
          <p:cNvSpPr/>
          <p:nvPr/>
        </p:nvSpPr>
        <p:spPr>
          <a:xfrm>
            <a:off x="661475" y="4188098"/>
            <a:ext cx="5339820" cy="1785982"/>
          </a:xfrm>
          <a:prstGeom prst="roundRect">
            <a:avLst>
              <a:gd name="adj" fmla="val 5978"/>
            </a:avLst>
          </a:prstGeom>
          <a:solidFill>
            <a:srgbClr val="0F172A"/>
          </a:solidFill>
          <a:ln w="19050">
            <a:solidFill>
              <a:srgbClr val="49DE80"/>
            </a:solidFill>
            <a:prstDash val="solid"/>
          </a:ln>
        </p:spPr>
        <p:txBody>
          <a:bodyPr/>
          <a:lstStyle/>
          <a:p>
            <a:endParaRPr lang="en-US" noProof="0"/>
          </a:p>
        </p:txBody>
      </p:sp>
      <p:sp>
        <p:nvSpPr>
          <p:cNvPr id="11" name="Text 9"/>
          <p:cNvSpPr/>
          <p:nvPr/>
        </p:nvSpPr>
        <p:spPr>
          <a:xfrm>
            <a:off x="869531" y="4396161"/>
            <a:ext cx="4923707" cy="307082"/>
          </a:xfrm>
          <a:prstGeom prst="rect">
            <a:avLst/>
          </a:prstGeom>
          <a:noFill/>
          <a:ln/>
        </p:spPr>
        <p:txBody>
          <a:bodyPr wrap="none" lIns="0" tIns="0" rIns="0" bIns="0" rtlCol="0" anchor="t"/>
          <a:lstStyle/>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Gemma: 2.6 GB of weights</a:t>
            </a:r>
            <a:endParaRPr lang="en-US" sz="2000" noProof="0"/>
          </a:p>
        </p:txBody>
      </p:sp>
      <p:sp>
        <p:nvSpPr>
          <p:cNvPr id="12" name="Text 10"/>
          <p:cNvSpPr/>
          <p:nvPr/>
        </p:nvSpPr>
        <p:spPr>
          <a:xfrm>
            <a:off x="869531" y="4877610"/>
            <a:ext cx="4923707" cy="491331"/>
          </a:xfrm>
          <a:prstGeom prst="rect">
            <a:avLst/>
          </a:prstGeom>
          <a:noFill/>
          <a:ln/>
        </p:spPr>
        <p:txBody>
          <a:bodyPr wrap="square" lIns="0" tIns="0" rIns="0" bIns="0" rtlCol="0" anchor="t">
            <a:noAutofit/>
          </a:bodyPr>
          <a:lstStyle/>
          <a:p>
            <a:pPr marL="0" indent="0" algn="l">
              <a:lnSpc>
                <a:spcPct val="108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Too big for any APK, and hand-writing a resumable downloader is a project of its own.</a:t>
            </a:r>
          </a:p>
        </p:txBody>
      </p:sp>
      <p:sp>
        <p:nvSpPr>
          <p:cNvPr id="13" name="Shape 11"/>
          <p:cNvSpPr/>
          <p:nvPr/>
        </p:nvSpPr>
        <p:spPr>
          <a:xfrm>
            <a:off x="6190301" y="4188098"/>
            <a:ext cx="5339919" cy="1785982"/>
          </a:xfrm>
          <a:prstGeom prst="roundRect">
            <a:avLst>
              <a:gd name="adj" fmla="val 5978"/>
            </a:avLst>
          </a:prstGeom>
          <a:solidFill>
            <a:srgbClr val="0F172A"/>
          </a:solidFill>
          <a:ln w="19050">
            <a:solidFill>
              <a:srgbClr val="49DE80"/>
            </a:solidFill>
            <a:prstDash val="solid"/>
          </a:ln>
        </p:spPr>
        <p:txBody>
          <a:bodyPr/>
          <a:lstStyle/>
          <a:p>
            <a:endParaRPr lang="en-US" noProof="0"/>
          </a:p>
        </p:txBody>
      </p:sp>
      <p:sp>
        <p:nvSpPr>
          <p:cNvPr id="14" name="Text 12"/>
          <p:cNvSpPr/>
          <p:nvPr/>
        </p:nvSpPr>
        <p:spPr>
          <a:xfrm>
            <a:off x="6398358" y="4396161"/>
            <a:ext cx="4923806" cy="307082"/>
          </a:xfrm>
          <a:prstGeom prst="rect">
            <a:avLst/>
          </a:prstGeom>
          <a:noFill/>
          <a:ln/>
        </p:spPr>
        <p:txBody>
          <a:bodyPr wrap="none" lIns="0" tIns="0" rIns="0" bIns="0" rtlCol="0" anchor="t"/>
          <a:lstStyle/>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AI packs via Play for On-device AI</a:t>
            </a:r>
            <a:endParaRPr lang="en-US" sz="2000" noProof="0"/>
          </a:p>
        </p:txBody>
      </p:sp>
      <p:sp>
        <p:nvSpPr>
          <p:cNvPr id="15" name="Text 13"/>
          <p:cNvSpPr/>
          <p:nvPr/>
        </p:nvSpPr>
        <p:spPr>
          <a:xfrm>
            <a:off x="6398358" y="4889802"/>
            <a:ext cx="4923806" cy="491331"/>
          </a:xfrm>
          <a:prstGeom prst="rect">
            <a:avLst/>
          </a:prstGeom>
          <a:noFill/>
          <a:ln/>
        </p:spPr>
        <p:txBody>
          <a:bodyPr wrap="square" lIns="0" tIns="0" rIns="0" bIns="0" rtlCol="0" anchor="t">
            <a:noAutofit/>
          </a:bodyPr>
          <a:lstStyle/>
          <a:p>
            <a:pPr marL="0" indent="0" algn="l">
              <a:lnSpc>
                <a:spcPct val="108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Google Play handles delivery: distribution stops being your problem.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453029"/>
            <a:ext cx="6296860" cy="211138"/>
          </a:xfrm>
          <a:prstGeom prst="rect">
            <a:avLst/>
          </a:prstGeom>
          <a:noFill/>
          <a:ln/>
        </p:spPr>
        <p:txBody>
          <a:bodyPr wrap="none" lIns="0" tIns="0" rIns="0" bIns="0" rtlCol="0" anchor="t"/>
          <a:lstStyle/>
          <a:p>
            <a:pPr marL="0" indent="0" algn="l">
              <a:lnSpc>
                <a:spcPct val="108000"/>
              </a:lnSpc>
              <a:buNone/>
            </a:pPr>
            <a:r>
              <a:rPr lang="en-US" sz="1850" noProof="0">
                <a:solidFill>
                  <a:srgbClr val="49DE80"/>
                </a:solidFill>
                <a:latin typeface="Geist Bold" pitchFamily="34" charset="0"/>
                <a:ea typeface="Geist Bold" pitchFamily="34" charset="-122"/>
                <a:cs typeface="Geist Bold" pitchFamily="34" charset="-120"/>
              </a:rPr>
              <a:t>THE BIG PICTURE</a:t>
            </a:r>
            <a:endParaRPr lang="en-US" sz="1850" noProof="0">
              <a:solidFill>
                <a:srgbClr val="49DE80"/>
              </a:solidFill>
            </a:endParaRPr>
          </a:p>
        </p:txBody>
      </p:sp>
      <p:sp>
        <p:nvSpPr>
          <p:cNvPr id="4" name="Text 1"/>
          <p:cNvSpPr/>
          <p:nvPr/>
        </p:nvSpPr>
        <p:spPr>
          <a:xfrm>
            <a:off x="661475" y="736461"/>
            <a:ext cx="6296860" cy="422275"/>
          </a:xfrm>
          <a:prstGeom prst="rect">
            <a:avLst/>
          </a:prstGeom>
          <a:noFill/>
          <a:ln/>
        </p:spPr>
        <p:txBody>
          <a:bodyPr wrap="none" lIns="0" tIns="0" rIns="0" bIns="0" rtlCol="0" anchor="t"/>
          <a:lstStyle/>
          <a:p>
            <a:pPr>
              <a:lnSpc>
                <a:spcPct val="108000"/>
              </a:lnSpc>
            </a:pPr>
            <a:r>
              <a:rPr lang="en-US" sz="3400" noProof="0">
                <a:solidFill>
                  <a:srgbClr val="F2F5FA"/>
                </a:solidFill>
                <a:latin typeface="Geist Bold"/>
                <a:ea typeface="Geist Bold"/>
                <a:cs typeface="Geist Bold"/>
              </a:rPr>
              <a:t>3 models, 3 jobs, one app</a:t>
            </a:r>
          </a:p>
        </p:txBody>
      </p:sp>
      <p:sp>
        <p:nvSpPr>
          <p:cNvPr id="5" name="Shape 2"/>
          <p:cNvSpPr/>
          <p:nvPr/>
        </p:nvSpPr>
        <p:spPr>
          <a:xfrm>
            <a:off x="661475" y="1438984"/>
            <a:ext cx="6296860" cy="1258793"/>
          </a:xfrm>
          <a:prstGeom prst="roundRect">
            <a:avLst>
              <a:gd name="adj" fmla="val 4659"/>
            </a:avLst>
          </a:prstGeom>
          <a:solidFill>
            <a:srgbClr val="0F172A"/>
          </a:solidFill>
          <a:ln w="12700">
            <a:solidFill>
              <a:srgbClr val="49DE80"/>
            </a:solidFill>
            <a:prstDash val="solid"/>
          </a:ln>
        </p:spPr>
        <p:txBody>
          <a:bodyPr/>
          <a:lstStyle/>
          <a:p>
            <a:endParaRPr lang="en-US" noProof="0"/>
          </a:p>
        </p:txBody>
      </p:sp>
      <p:sp>
        <p:nvSpPr>
          <p:cNvPr id="6" name="Shape 3"/>
          <p:cNvSpPr/>
          <p:nvPr/>
        </p:nvSpPr>
        <p:spPr>
          <a:xfrm>
            <a:off x="804049" y="1581563"/>
            <a:ext cx="389821" cy="389830"/>
          </a:xfrm>
          <a:prstGeom prst="ellipse">
            <a:avLst/>
          </a:prstGeom>
          <a:solidFill>
            <a:srgbClr val="49DE80"/>
          </a:solidFill>
          <a:ln/>
        </p:spPr>
        <p:txBody>
          <a:bodyPr/>
          <a:lstStyle/>
          <a:p>
            <a:endParaRPr lang="en-US" noProof="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1202" y="1688719"/>
            <a:ext cx="175414" cy="175419"/>
          </a:xfrm>
          <a:prstGeom prst="rect">
            <a:avLst/>
          </a:prstGeom>
        </p:spPr>
      </p:pic>
      <p:sp>
        <p:nvSpPr>
          <p:cNvPr id="8" name="Text 4"/>
          <p:cNvSpPr/>
          <p:nvPr/>
        </p:nvSpPr>
        <p:spPr>
          <a:xfrm>
            <a:off x="1301023" y="1640808"/>
            <a:ext cx="6011712" cy="211138"/>
          </a:xfrm>
          <a:prstGeom prst="rect">
            <a:avLst/>
          </a:prstGeom>
          <a:noFill/>
          <a:ln/>
        </p:spPr>
        <p:txBody>
          <a:bodyPr wrap="none" lIns="0" tIns="0" rIns="0" bIns="0" rtlCol="0" anchor="t"/>
          <a:lstStyle/>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Gemini Nano: the accelerator</a:t>
            </a:r>
            <a:endParaRPr lang="en-US" sz="2000" noProof="0"/>
          </a:p>
        </p:txBody>
      </p:sp>
      <p:sp>
        <p:nvSpPr>
          <p:cNvPr id="9" name="Text 5"/>
          <p:cNvSpPr/>
          <p:nvPr/>
        </p:nvSpPr>
        <p:spPr>
          <a:xfrm>
            <a:off x="804049" y="2084780"/>
            <a:ext cx="6011712" cy="142478"/>
          </a:xfrm>
          <a:prstGeom prst="rect">
            <a:avLst/>
          </a:prstGeom>
          <a:noFill/>
          <a:ln/>
        </p:spPr>
        <p:txBody>
          <a:bodyPr wrap="none" lIns="0" tIns="0" rIns="0" bIns="0" rtlCol="0" anchor="t"/>
          <a:lstStyle/>
          <a:p>
            <a:pPr marL="0" indent="0" algn="l">
              <a:lnSpc>
                <a:spcPct val="91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Free multimodal detection on flagships, guarded</a:t>
            </a:r>
          </a:p>
          <a:p>
            <a:pPr marL="0" indent="0" algn="l">
              <a:lnSpc>
                <a:spcPct val="91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by checkStatus().</a:t>
            </a:r>
          </a:p>
        </p:txBody>
      </p:sp>
      <p:sp>
        <p:nvSpPr>
          <p:cNvPr id="10" name="Shape 6"/>
          <p:cNvSpPr/>
          <p:nvPr/>
        </p:nvSpPr>
        <p:spPr>
          <a:xfrm>
            <a:off x="661475" y="2858254"/>
            <a:ext cx="6296860" cy="1048446"/>
          </a:xfrm>
          <a:prstGeom prst="roundRect">
            <a:avLst>
              <a:gd name="adj" fmla="val 4659"/>
            </a:avLst>
          </a:prstGeom>
          <a:solidFill>
            <a:srgbClr val="0F172A"/>
          </a:solidFill>
          <a:ln w="12700">
            <a:solidFill>
              <a:srgbClr val="49DE80"/>
            </a:solidFill>
            <a:prstDash val="solid"/>
          </a:ln>
        </p:spPr>
        <p:txBody>
          <a:bodyPr/>
          <a:lstStyle/>
          <a:p>
            <a:endParaRPr lang="en-US" noProof="0"/>
          </a:p>
        </p:txBody>
      </p:sp>
      <p:sp>
        <p:nvSpPr>
          <p:cNvPr id="11" name="Shape 7"/>
          <p:cNvSpPr/>
          <p:nvPr/>
        </p:nvSpPr>
        <p:spPr>
          <a:xfrm>
            <a:off x="804049" y="3000831"/>
            <a:ext cx="389821" cy="389830"/>
          </a:xfrm>
          <a:prstGeom prst="ellipse">
            <a:avLst/>
          </a:prstGeom>
          <a:solidFill>
            <a:srgbClr val="49DE80"/>
          </a:solidFill>
          <a:ln/>
        </p:spPr>
        <p:txBody>
          <a:bodyPr/>
          <a:lstStyle/>
          <a:p>
            <a:endParaRPr lang="en-US" noProof="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1202" y="3107988"/>
            <a:ext cx="175414" cy="175419"/>
          </a:xfrm>
          <a:prstGeom prst="rect">
            <a:avLst/>
          </a:prstGeom>
        </p:spPr>
      </p:pic>
      <p:sp>
        <p:nvSpPr>
          <p:cNvPr id="13" name="Text 8"/>
          <p:cNvSpPr/>
          <p:nvPr/>
        </p:nvSpPr>
        <p:spPr>
          <a:xfrm>
            <a:off x="1301023" y="3036946"/>
            <a:ext cx="6011712" cy="211138"/>
          </a:xfrm>
          <a:prstGeom prst="rect">
            <a:avLst/>
          </a:prstGeom>
          <a:noFill/>
          <a:ln/>
        </p:spPr>
        <p:txBody>
          <a:bodyPr wrap="none" lIns="0" tIns="0" rIns="0" bIns="0" rtlCol="0" anchor="t"/>
          <a:lstStyle/>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MobileCLIP-S2: the foundation</a:t>
            </a:r>
            <a:endParaRPr lang="en-US" sz="2000" noProof="0"/>
          </a:p>
        </p:txBody>
      </p:sp>
      <p:sp>
        <p:nvSpPr>
          <p:cNvPr id="14" name="Text 9"/>
          <p:cNvSpPr/>
          <p:nvPr/>
        </p:nvSpPr>
        <p:spPr>
          <a:xfrm>
            <a:off x="804049" y="3523119"/>
            <a:ext cx="6011712" cy="142478"/>
          </a:xfrm>
          <a:prstGeom prst="rect">
            <a:avLst/>
          </a:prstGeom>
          <a:noFill/>
          <a:ln/>
        </p:spPr>
        <p:txBody>
          <a:bodyPr wrap="none" lIns="0" tIns="0" rIns="0" bIns="0" rtlCol="0" anchor="t"/>
          <a:lstStyle/>
          <a:p>
            <a:pPr marL="0" indent="0" algn="l">
              <a:lnSpc>
                <a:spcPct val="91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Zero-shot detection in seconds, on every phone.</a:t>
            </a:r>
          </a:p>
        </p:txBody>
      </p:sp>
      <p:sp>
        <p:nvSpPr>
          <p:cNvPr id="15" name="Shape 10"/>
          <p:cNvSpPr/>
          <p:nvPr/>
        </p:nvSpPr>
        <p:spPr>
          <a:xfrm>
            <a:off x="661475" y="4070258"/>
            <a:ext cx="6296860" cy="1241653"/>
          </a:xfrm>
          <a:prstGeom prst="roundRect">
            <a:avLst>
              <a:gd name="adj" fmla="val 4659"/>
            </a:avLst>
          </a:prstGeom>
          <a:solidFill>
            <a:srgbClr val="0F172A"/>
          </a:solidFill>
          <a:ln w="12700">
            <a:solidFill>
              <a:srgbClr val="49DE80"/>
            </a:solidFill>
            <a:prstDash val="solid"/>
          </a:ln>
        </p:spPr>
        <p:txBody>
          <a:bodyPr/>
          <a:lstStyle/>
          <a:p>
            <a:endParaRPr lang="en-US" noProof="0"/>
          </a:p>
        </p:txBody>
      </p:sp>
      <p:sp>
        <p:nvSpPr>
          <p:cNvPr id="16" name="Shape 11"/>
          <p:cNvSpPr/>
          <p:nvPr/>
        </p:nvSpPr>
        <p:spPr>
          <a:xfrm>
            <a:off x="804049" y="4212836"/>
            <a:ext cx="389821" cy="389830"/>
          </a:xfrm>
          <a:prstGeom prst="ellipse">
            <a:avLst/>
          </a:prstGeom>
          <a:solidFill>
            <a:srgbClr val="49DE80"/>
          </a:solidFill>
          <a:ln/>
        </p:spPr>
        <p:txBody>
          <a:bodyPr/>
          <a:lstStyle/>
          <a:p>
            <a:endParaRPr lang="en-US" noProof="0"/>
          </a:p>
        </p:txBody>
      </p:sp>
      <p:pic>
        <p:nvPicPr>
          <p:cNvPr id="1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1202" y="4319992"/>
            <a:ext cx="175414" cy="175419"/>
          </a:xfrm>
          <a:prstGeom prst="rect">
            <a:avLst/>
          </a:prstGeom>
        </p:spPr>
      </p:pic>
      <p:sp>
        <p:nvSpPr>
          <p:cNvPr id="18" name="Text 12"/>
          <p:cNvSpPr/>
          <p:nvPr/>
        </p:nvSpPr>
        <p:spPr>
          <a:xfrm>
            <a:off x="1272350" y="4266216"/>
            <a:ext cx="6011712" cy="211138"/>
          </a:xfrm>
          <a:prstGeom prst="rect">
            <a:avLst/>
          </a:prstGeom>
          <a:noFill/>
          <a:ln/>
        </p:spPr>
        <p:txBody>
          <a:bodyPr wrap="none" lIns="0" tIns="0" rIns="0" bIns="0" rtlCol="0" anchor="t"/>
          <a:lstStyle/>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Gemma: the creator</a:t>
            </a:r>
            <a:endParaRPr lang="en-US" sz="2000" noProof="0"/>
          </a:p>
        </p:txBody>
      </p:sp>
      <p:sp>
        <p:nvSpPr>
          <p:cNvPr id="19" name="Text 13"/>
          <p:cNvSpPr/>
          <p:nvPr/>
        </p:nvSpPr>
        <p:spPr>
          <a:xfrm>
            <a:off x="804049" y="4672515"/>
            <a:ext cx="6011712" cy="142478"/>
          </a:xfrm>
          <a:prstGeom prst="rect">
            <a:avLst/>
          </a:prstGeom>
          <a:noFill/>
          <a:ln/>
        </p:spPr>
        <p:txBody>
          <a:bodyPr wrap="none" lIns="0" tIns="0" rIns="0" bIns="0" rtlCol="0" anchor="t"/>
          <a:lstStyle/>
          <a:p>
            <a:pPr marL="0" indent="0" algn="l">
              <a:lnSpc>
                <a:spcPct val="91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Recipes generated on-device: the one job only an</a:t>
            </a:r>
          </a:p>
          <a:p>
            <a:pPr marL="0" indent="0" algn="l">
              <a:lnSpc>
                <a:spcPct val="91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LLM can do.</a:t>
            </a:r>
          </a:p>
        </p:txBody>
      </p:sp>
      <p:sp>
        <p:nvSpPr>
          <p:cNvPr id="20" name="Shape 14"/>
          <p:cNvSpPr/>
          <p:nvPr/>
        </p:nvSpPr>
        <p:spPr>
          <a:xfrm>
            <a:off x="661475" y="5477335"/>
            <a:ext cx="6296860" cy="1110516"/>
          </a:xfrm>
          <a:prstGeom prst="roundRect">
            <a:avLst>
              <a:gd name="adj" fmla="val 4659"/>
            </a:avLst>
          </a:prstGeom>
          <a:solidFill>
            <a:srgbClr val="0F172A"/>
          </a:solidFill>
          <a:ln w="12700">
            <a:solidFill>
              <a:srgbClr val="49DE80"/>
            </a:solidFill>
            <a:prstDash val="solid"/>
          </a:ln>
        </p:spPr>
        <p:txBody>
          <a:bodyPr/>
          <a:lstStyle/>
          <a:p>
            <a:endParaRPr lang="en-US" noProof="0"/>
          </a:p>
        </p:txBody>
      </p:sp>
      <p:sp>
        <p:nvSpPr>
          <p:cNvPr id="21" name="Shape 15"/>
          <p:cNvSpPr/>
          <p:nvPr/>
        </p:nvSpPr>
        <p:spPr>
          <a:xfrm>
            <a:off x="804049" y="5619913"/>
            <a:ext cx="389821" cy="389830"/>
          </a:xfrm>
          <a:prstGeom prst="ellipse">
            <a:avLst/>
          </a:prstGeom>
          <a:solidFill>
            <a:srgbClr val="49DE80"/>
          </a:solidFill>
          <a:ln/>
        </p:spPr>
        <p:txBody>
          <a:bodyPr/>
          <a:lstStyle/>
          <a:p>
            <a:endParaRPr lang="en-US" noProof="0"/>
          </a:p>
        </p:txBody>
      </p:sp>
      <p:pic>
        <p:nvPicPr>
          <p:cNvPr id="2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11202" y="5727069"/>
            <a:ext cx="175414" cy="175419"/>
          </a:xfrm>
          <a:prstGeom prst="rect">
            <a:avLst/>
          </a:prstGeom>
        </p:spPr>
      </p:pic>
      <p:sp>
        <p:nvSpPr>
          <p:cNvPr id="23" name="Text 16"/>
          <p:cNvSpPr/>
          <p:nvPr/>
        </p:nvSpPr>
        <p:spPr>
          <a:xfrm>
            <a:off x="1272350" y="5690558"/>
            <a:ext cx="6011712" cy="211138"/>
          </a:xfrm>
          <a:prstGeom prst="rect">
            <a:avLst/>
          </a:prstGeom>
          <a:noFill/>
          <a:ln/>
        </p:spPr>
        <p:txBody>
          <a:bodyPr wrap="none" lIns="0" tIns="0" rIns="0" bIns="0" rtlCol="0" anchor="t"/>
          <a:lstStyle/>
          <a:p>
            <a:pPr marL="0" indent="0" algn="l">
              <a:lnSpc>
                <a:spcPct val="108000"/>
              </a:lnSpc>
              <a:buNone/>
            </a:pPr>
            <a:r>
              <a:rPr lang="en-US" sz="2000" noProof="0">
                <a:solidFill>
                  <a:srgbClr val="EBEDF0"/>
                </a:solidFill>
                <a:latin typeface="Geist Bold" pitchFamily="34" charset="0"/>
                <a:ea typeface="Geist Bold" pitchFamily="34" charset="-122"/>
                <a:cs typeface="Geist Bold" pitchFamily="34" charset="-120"/>
              </a:rPr>
              <a:t>One interface in the code</a:t>
            </a:r>
            <a:endParaRPr lang="en-US" sz="2000" noProof="0"/>
          </a:p>
        </p:txBody>
      </p:sp>
      <p:sp>
        <p:nvSpPr>
          <p:cNvPr id="24" name="Text 17"/>
          <p:cNvSpPr/>
          <p:nvPr/>
        </p:nvSpPr>
        <p:spPr>
          <a:xfrm>
            <a:off x="804049" y="6115560"/>
            <a:ext cx="6011712" cy="142478"/>
          </a:xfrm>
          <a:prstGeom prst="rect">
            <a:avLst/>
          </a:prstGeom>
          <a:noFill/>
          <a:ln/>
        </p:spPr>
        <p:txBody>
          <a:bodyPr wrap="none" lIns="0" tIns="0" rIns="0" bIns="0" rtlCol="0" anchor="t"/>
          <a:lstStyle/>
          <a:p>
            <a:pPr marL="0" indent="0" algn="l">
              <a:lnSpc>
                <a:spcPct val="91000"/>
              </a:lnSpc>
              <a:buNone/>
            </a:pPr>
            <a:r>
              <a:rPr lang="en-US"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The UI never knows which engine answered.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566928"/>
            <a:ext cx="10872216" cy="310896"/>
          </a:xfrm>
          <a:prstGeom prst="rect">
            <a:avLst/>
          </a:prstGeom>
          <a:noFill/>
          <a:ln/>
        </p:spPr>
        <p:txBody>
          <a:bodyPr wrap="none" lIns="0" tIns="0" rIns="0" bIns="0" rtlCol="0" anchor="t"/>
          <a:lstStyle/>
          <a:p>
            <a:pPr marL="0" indent="0" algn="l">
              <a:lnSpc>
                <a:spcPct val="108000"/>
              </a:lnSpc>
              <a:buNone/>
            </a:pPr>
            <a:r>
              <a:rPr lang="en-US" sz="1850" noProof="0">
                <a:solidFill>
                  <a:srgbClr val="49DE80"/>
                </a:solidFill>
                <a:latin typeface="Geist Bold"/>
                <a:ea typeface="Geist Bold"/>
                <a:cs typeface="Geist Bold"/>
              </a:rPr>
              <a:t>CONCLUSION</a:t>
            </a:r>
          </a:p>
        </p:txBody>
      </p:sp>
      <p:sp>
        <p:nvSpPr>
          <p:cNvPr id="3" name="Text 1"/>
          <p:cNvSpPr/>
          <p:nvPr/>
        </p:nvSpPr>
        <p:spPr>
          <a:xfrm>
            <a:off x="658368" y="920496"/>
            <a:ext cx="10872216" cy="594360"/>
          </a:xfrm>
          <a:prstGeom prst="rect">
            <a:avLst/>
          </a:prstGeom>
          <a:noFill/>
          <a:ln/>
        </p:spPr>
        <p:txBody>
          <a:bodyPr wrap="none" lIns="0" tIns="0" rIns="0" bIns="0" rtlCol="0" anchor="t"/>
          <a:lstStyle/>
          <a:p>
            <a:pPr marL="0" indent="0" algn="l">
              <a:lnSpc>
                <a:spcPct val="108000"/>
              </a:lnSpc>
              <a:buNone/>
            </a:pPr>
            <a:r>
              <a:rPr lang="en-US" sz="3700" noProof="0">
                <a:solidFill>
                  <a:srgbClr val="F2F5FA"/>
                </a:solidFill>
                <a:latin typeface="Geist Bold"/>
                <a:ea typeface="Geist Bold"/>
                <a:cs typeface="Geist Bold"/>
              </a:rPr>
              <a:t>Key takeaways</a:t>
            </a:r>
          </a:p>
        </p:txBody>
      </p:sp>
      <p:sp>
        <p:nvSpPr>
          <p:cNvPr id="4" name="Rounded Rectangle 3"/>
          <p:cNvSpPr/>
          <p:nvPr/>
        </p:nvSpPr>
        <p:spPr>
          <a:xfrm>
            <a:off x="658368" y="1783080"/>
            <a:ext cx="3502152" cy="2697480"/>
          </a:xfrm>
          <a:prstGeom prst="roundRect">
            <a:avLst>
              <a:gd name="adj" fmla="val 2711"/>
            </a:avLst>
          </a:prstGeom>
          <a:solidFill>
            <a:srgbClr val="0F172A">
              <a:alpha val="95000"/>
            </a:srgbClr>
          </a:solidFill>
          <a:ln w="19050">
            <a:solidFill>
              <a:srgbClr val="49DE80"/>
            </a:solidFill>
          </a:ln>
        </p:spPr>
        <p:txBody>
          <a:bodyPr rtlCol="0" anchor="ctr"/>
          <a:lstStyle/>
          <a:p>
            <a:pPr algn="ctr"/>
            <a:endParaRPr lang="en-US" noProof="0"/>
          </a:p>
        </p:txBody>
      </p:sp>
      <p:sp>
        <p:nvSpPr>
          <p:cNvPr id="5" name="TextBox 4"/>
          <p:cNvSpPr txBox="1"/>
          <p:nvPr/>
        </p:nvSpPr>
        <p:spPr>
          <a:xfrm>
            <a:off x="886968" y="1920240"/>
            <a:ext cx="914400" cy="457200"/>
          </a:xfrm>
          <a:prstGeom prst="rect">
            <a:avLst/>
          </a:prstGeom>
          <a:noFill/>
        </p:spPr>
        <p:txBody>
          <a:bodyPr wrap="square" lIns="0" tIns="0" rIns="0" bIns="0" anchor="t">
            <a:noAutofit/>
          </a:bodyPr>
          <a:lstStyle/>
          <a:p>
            <a:pPr marL="0" indent="0" algn="l">
              <a:buNone/>
            </a:pPr>
            <a:r>
              <a:rPr lang="en-US" sz="3000" noProof="0">
                <a:solidFill>
                  <a:srgbClr val="49DE80"/>
                </a:solidFill>
                <a:latin typeface="Geist Bold"/>
                <a:ea typeface="Geist Bold"/>
                <a:cs typeface="Geist Bold"/>
              </a:rPr>
              <a:t>1</a:t>
            </a:r>
            <a:endParaRPr lang="en-US" sz="3000" noProof="0"/>
          </a:p>
        </p:txBody>
      </p:sp>
      <p:sp>
        <p:nvSpPr>
          <p:cNvPr id="6" name="TextBox 5"/>
          <p:cNvSpPr txBox="1"/>
          <p:nvPr/>
        </p:nvSpPr>
        <p:spPr>
          <a:xfrm>
            <a:off x="886968" y="2423160"/>
            <a:ext cx="3044952" cy="640080"/>
          </a:xfrm>
          <a:prstGeom prst="rect">
            <a:avLst/>
          </a:prstGeom>
          <a:noFill/>
        </p:spPr>
        <p:txBody>
          <a:bodyPr wrap="square" lIns="0" tIns="0" rIns="0" bIns="0" anchor="t">
            <a:noAutofit/>
          </a:bodyPr>
          <a:lstStyle/>
          <a:p>
            <a:pPr marL="0" indent="0" algn="l">
              <a:lnSpc>
                <a:spcPct val="100000"/>
              </a:lnSpc>
              <a:buNone/>
            </a:pPr>
            <a:r>
              <a:rPr lang="en-US" sz="2000" noProof="0">
                <a:solidFill>
                  <a:srgbClr val="F2F5FA"/>
                </a:solidFill>
                <a:latin typeface="Geist Bold"/>
                <a:ea typeface="Geist Bold"/>
                <a:cs typeface="Geist Bold"/>
              </a:rPr>
              <a:t>The right model before the fast model</a:t>
            </a:r>
            <a:endParaRPr lang="en-US" sz="2000" noProof="0"/>
          </a:p>
        </p:txBody>
      </p:sp>
      <p:sp>
        <p:nvSpPr>
          <p:cNvPr id="7" name="TextBox 6"/>
          <p:cNvSpPr txBox="1"/>
          <p:nvPr/>
        </p:nvSpPr>
        <p:spPr>
          <a:xfrm>
            <a:off x="886968" y="3154680"/>
            <a:ext cx="3044952" cy="1188720"/>
          </a:xfrm>
          <a:prstGeom prst="rect">
            <a:avLst/>
          </a:prstGeom>
          <a:noFill/>
        </p:spPr>
        <p:txBody>
          <a:bodyPr wrap="square" lIns="0" tIns="0" rIns="0" bIns="0" anchor="t">
            <a:noAutofit/>
          </a:bodyPr>
          <a:lstStyle/>
          <a:p>
            <a:pPr marL="0" indent="0" algn="l">
              <a:buNone/>
            </a:pPr>
            <a:r>
              <a:rPr lang="en-US" sz="1700" noProof="0">
                <a:solidFill>
                  <a:srgbClr val="CBD5E1"/>
                </a:solidFill>
                <a:latin typeface="Helvetica Neue"/>
                <a:ea typeface="Helvetica Neue"/>
                <a:cs typeface="Helvetica Neue"/>
              </a:rPr>
              <a:t>Recognizing is comparing, writing is generating. The classifier can be a text file.</a:t>
            </a:r>
            <a:endParaRPr lang="en-US" sz="1700" noProof="0"/>
          </a:p>
        </p:txBody>
      </p:sp>
      <p:sp>
        <p:nvSpPr>
          <p:cNvPr id="8" name="Rounded Rectangle 7"/>
          <p:cNvSpPr/>
          <p:nvPr/>
        </p:nvSpPr>
        <p:spPr>
          <a:xfrm>
            <a:off x="4343400" y="1783080"/>
            <a:ext cx="3502152" cy="2697480"/>
          </a:xfrm>
          <a:prstGeom prst="roundRect">
            <a:avLst>
              <a:gd name="adj" fmla="val 2711"/>
            </a:avLst>
          </a:prstGeom>
          <a:solidFill>
            <a:srgbClr val="0F172A">
              <a:alpha val="95000"/>
            </a:srgbClr>
          </a:solidFill>
          <a:ln w="19050">
            <a:solidFill>
              <a:srgbClr val="49DE80"/>
            </a:solidFill>
          </a:ln>
        </p:spPr>
        <p:txBody>
          <a:bodyPr rtlCol="0" anchor="ctr"/>
          <a:lstStyle/>
          <a:p>
            <a:pPr algn="ctr"/>
            <a:endParaRPr lang="en-US" noProof="0"/>
          </a:p>
        </p:txBody>
      </p:sp>
      <p:sp>
        <p:nvSpPr>
          <p:cNvPr id="9" name="TextBox 8"/>
          <p:cNvSpPr txBox="1"/>
          <p:nvPr/>
        </p:nvSpPr>
        <p:spPr>
          <a:xfrm>
            <a:off x="4572000" y="1920240"/>
            <a:ext cx="914400" cy="457200"/>
          </a:xfrm>
          <a:prstGeom prst="rect">
            <a:avLst/>
          </a:prstGeom>
          <a:noFill/>
        </p:spPr>
        <p:txBody>
          <a:bodyPr wrap="square" lIns="0" tIns="0" rIns="0" bIns="0" anchor="t">
            <a:noAutofit/>
          </a:bodyPr>
          <a:lstStyle/>
          <a:p>
            <a:pPr marL="0" indent="0" algn="l">
              <a:buNone/>
            </a:pPr>
            <a:r>
              <a:rPr lang="en-US" sz="3000" noProof="0">
                <a:solidFill>
                  <a:srgbClr val="49DE80"/>
                </a:solidFill>
                <a:latin typeface="Geist Bold"/>
                <a:ea typeface="Geist Bold"/>
                <a:cs typeface="Geist Bold"/>
              </a:rPr>
              <a:t>2</a:t>
            </a:r>
            <a:endParaRPr lang="en-US" sz="3000" noProof="0"/>
          </a:p>
        </p:txBody>
      </p:sp>
      <p:sp>
        <p:nvSpPr>
          <p:cNvPr id="10" name="TextBox 9"/>
          <p:cNvSpPr txBox="1"/>
          <p:nvPr/>
        </p:nvSpPr>
        <p:spPr>
          <a:xfrm>
            <a:off x="4572000" y="2423160"/>
            <a:ext cx="3044952" cy="640080"/>
          </a:xfrm>
          <a:prstGeom prst="rect">
            <a:avLst/>
          </a:prstGeom>
          <a:noFill/>
        </p:spPr>
        <p:txBody>
          <a:bodyPr wrap="square" lIns="0" tIns="0" rIns="0" bIns="0" anchor="t">
            <a:noAutofit/>
          </a:bodyPr>
          <a:lstStyle/>
          <a:p>
            <a:pPr marL="0" indent="0" algn="l">
              <a:lnSpc>
                <a:spcPct val="100000"/>
              </a:lnSpc>
              <a:buNone/>
            </a:pPr>
            <a:r>
              <a:rPr lang="en-US" sz="2000" noProof="0">
                <a:solidFill>
                  <a:srgbClr val="F2F5FA"/>
                </a:solidFill>
                <a:latin typeface="Geist Bold"/>
                <a:ea typeface="Geist Bold"/>
                <a:cs typeface="Geist Bold"/>
              </a:rPr>
              <a:t>Platform AI is an upgrade, not the base</a:t>
            </a:r>
            <a:endParaRPr lang="en-US" sz="2000" noProof="0"/>
          </a:p>
        </p:txBody>
      </p:sp>
      <p:sp>
        <p:nvSpPr>
          <p:cNvPr id="11" name="TextBox 10"/>
          <p:cNvSpPr txBox="1"/>
          <p:nvPr/>
        </p:nvSpPr>
        <p:spPr>
          <a:xfrm>
            <a:off x="4572000" y="3154680"/>
            <a:ext cx="3044952" cy="1188720"/>
          </a:xfrm>
          <a:prstGeom prst="rect">
            <a:avLst/>
          </a:prstGeom>
          <a:noFill/>
        </p:spPr>
        <p:txBody>
          <a:bodyPr wrap="square" lIns="0" tIns="0" rIns="0" bIns="0" anchor="t">
            <a:noAutofit/>
          </a:bodyPr>
          <a:lstStyle/>
          <a:p>
            <a:pPr marL="0" indent="0" algn="l">
              <a:buNone/>
            </a:pPr>
            <a:r>
              <a:rPr lang="en-US" sz="1700" noProof="0">
                <a:solidFill>
                  <a:srgbClr val="CBD5E1"/>
                </a:solidFill>
                <a:latin typeface="Helvetica Neue"/>
                <a:ea typeface="Helvetica Neue"/>
                <a:cs typeface="Helvetica Neue"/>
              </a:rPr>
              <a:t>checkStatus() on every call, and a real fallback underneath.</a:t>
            </a:r>
            <a:endParaRPr lang="en-US" sz="1700" noProof="0"/>
          </a:p>
        </p:txBody>
      </p:sp>
      <p:sp>
        <p:nvSpPr>
          <p:cNvPr id="12" name="Rounded Rectangle 11"/>
          <p:cNvSpPr/>
          <p:nvPr/>
        </p:nvSpPr>
        <p:spPr>
          <a:xfrm>
            <a:off x="8028432" y="1783080"/>
            <a:ext cx="3502152" cy="2697480"/>
          </a:xfrm>
          <a:prstGeom prst="roundRect">
            <a:avLst>
              <a:gd name="adj" fmla="val 2711"/>
            </a:avLst>
          </a:prstGeom>
          <a:solidFill>
            <a:srgbClr val="0F172A">
              <a:alpha val="95000"/>
            </a:srgbClr>
          </a:solidFill>
          <a:ln w="19050">
            <a:solidFill>
              <a:srgbClr val="49DE80"/>
            </a:solidFill>
          </a:ln>
        </p:spPr>
        <p:txBody>
          <a:bodyPr rtlCol="0" anchor="ctr"/>
          <a:lstStyle/>
          <a:p>
            <a:pPr algn="ctr"/>
            <a:endParaRPr lang="en-US" noProof="0"/>
          </a:p>
        </p:txBody>
      </p:sp>
      <p:sp>
        <p:nvSpPr>
          <p:cNvPr id="13" name="TextBox 12"/>
          <p:cNvSpPr txBox="1"/>
          <p:nvPr/>
        </p:nvSpPr>
        <p:spPr>
          <a:xfrm>
            <a:off x="8257032" y="1920240"/>
            <a:ext cx="914400" cy="457200"/>
          </a:xfrm>
          <a:prstGeom prst="rect">
            <a:avLst/>
          </a:prstGeom>
          <a:noFill/>
        </p:spPr>
        <p:txBody>
          <a:bodyPr wrap="square" lIns="0" tIns="0" rIns="0" bIns="0" anchor="t">
            <a:noAutofit/>
          </a:bodyPr>
          <a:lstStyle/>
          <a:p>
            <a:pPr marL="0" indent="0" algn="l">
              <a:buNone/>
            </a:pPr>
            <a:r>
              <a:rPr lang="en-US" sz="3000" noProof="0">
                <a:solidFill>
                  <a:srgbClr val="49DE80"/>
                </a:solidFill>
                <a:latin typeface="Geist Bold"/>
                <a:ea typeface="Geist Bold"/>
                <a:cs typeface="Geist Bold"/>
              </a:rPr>
              <a:t>3</a:t>
            </a:r>
            <a:endParaRPr lang="en-US" sz="3000" noProof="0"/>
          </a:p>
        </p:txBody>
      </p:sp>
      <p:sp>
        <p:nvSpPr>
          <p:cNvPr id="14" name="TextBox 13"/>
          <p:cNvSpPr txBox="1"/>
          <p:nvPr/>
        </p:nvSpPr>
        <p:spPr>
          <a:xfrm>
            <a:off x="8257032" y="2423160"/>
            <a:ext cx="3044952" cy="640080"/>
          </a:xfrm>
          <a:prstGeom prst="rect">
            <a:avLst/>
          </a:prstGeom>
          <a:noFill/>
        </p:spPr>
        <p:txBody>
          <a:bodyPr wrap="square" lIns="0" tIns="0" rIns="0" bIns="0" anchor="t">
            <a:noAutofit/>
          </a:bodyPr>
          <a:lstStyle/>
          <a:p>
            <a:pPr marL="0" indent="0" algn="l">
              <a:lnSpc>
                <a:spcPct val="100000"/>
              </a:lnSpc>
              <a:buNone/>
            </a:pPr>
            <a:r>
              <a:rPr lang="en-US" sz="2000" noProof="0">
                <a:solidFill>
                  <a:srgbClr val="F2F5FA"/>
                </a:solidFill>
                <a:latin typeface="Geist Bold"/>
                <a:ea typeface="Geist Bold"/>
                <a:cs typeface="Geist Bold"/>
              </a:rPr>
              <a:t>Do the math before you promise</a:t>
            </a:r>
            <a:endParaRPr lang="en-US" sz="2000" noProof="0"/>
          </a:p>
        </p:txBody>
      </p:sp>
      <p:sp>
        <p:nvSpPr>
          <p:cNvPr id="15" name="TextBox 14"/>
          <p:cNvSpPr txBox="1"/>
          <p:nvPr/>
        </p:nvSpPr>
        <p:spPr>
          <a:xfrm>
            <a:off x="8257032" y="3154680"/>
            <a:ext cx="3044952" cy="1188720"/>
          </a:xfrm>
          <a:prstGeom prst="rect">
            <a:avLst/>
          </a:prstGeom>
          <a:noFill/>
        </p:spPr>
        <p:txBody>
          <a:bodyPr wrap="square" lIns="0" tIns="0" rIns="0" bIns="0" anchor="t">
            <a:noAutofit/>
          </a:bodyPr>
          <a:lstStyle/>
          <a:p>
            <a:pPr marL="0" indent="0" algn="l">
              <a:buNone/>
            </a:pPr>
            <a:r>
              <a:rPr lang="en-US" sz="1700" noProof="0">
                <a:solidFill>
                  <a:srgbClr val="CBD5E1"/>
                </a:solidFill>
                <a:latin typeface="Helvetica Neue"/>
                <a:ea typeface="Helvetica Neue"/>
                <a:cs typeface="Helvetica Neue"/>
              </a:rPr>
              <a:t>Output tokens, gigs of RAM, gigs to ship: the arithmetic decides.</a:t>
            </a:r>
            <a:endParaRPr lang="en-US" sz="1700" noProof="0"/>
          </a:p>
        </p:txBody>
      </p:sp>
      <p:sp>
        <p:nvSpPr>
          <p:cNvPr id="16" name="Rounded Rectangle 15"/>
          <p:cNvSpPr/>
          <p:nvPr/>
        </p:nvSpPr>
        <p:spPr>
          <a:xfrm>
            <a:off x="658368" y="4709160"/>
            <a:ext cx="10872216" cy="1371600"/>
          </a:xfrm>
          <a:prstGeom prst="roundRect">
            <a:avLst>
              <a:gd name="adj" fmla="val 6666"/>
            </a:avLst>
          </a:prstGeom>
          <a:solidFill>
            <a:srgbClr val="0B1220"/>
          </a:solidFill>
          <a:ln w="28575">
            <a:solidFill>
              <a:srgbClr val="49DE80"/>
            </a:solidFill>
          </a:ln>
        </p:spPr>
        <p:txBody>
          <a:bodyPr wrap="square" lIns="91440" tIns="91440" rIns="91440" bIns="91440" rtlCol="0" anchor="ctr">
            <a:noAutofit/>
          </a:bodyPr>
          <a:lstStyle/>
          <a:p>
            <a:pPr marL="0" indent="0" algn="ctr">
              <a:buNone/>
            </a:pPr>
            <a:r>
              <a:rPr lang="en-US" sz="2800" noProof="0">
                <a:solidFill>
                  <a:srgbClr val="F2F5FA"/>
                </a:solidFill>
                <a:latin typeface="Geist Bold"/>
                <a:ea typeface="Geist Bold"/>
                <a:cs typeface="Geist Bold"/>
              </a:rPr>
              <a:t>Before making it faster, ask whether it’s the right model.</a:t>
            </a:r>
            <a:endParaRPr lang="en-US" sz="2800" noProof="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nvSpPr>
        <p:spPr>
          <a:xfrm>
            <a:off x="612707" y="553244"/>
            <a:ext cx="6296860" cy="259060"/>
          </a:xfrm>
          <a:prstGeom prst="rect">
            <a:avLst/>
          </a:prstGeom>
          <a:noFill/>
          <a:ln/>
        </p:spPr>
        <p:txBody>
          <a:bodyPr wrap="none" lIns="0" tIns="0" rIns="0" bIns="0" rtlCol="0" anchor="t"/>
          <a:lstStyle/>
          <a:p>
            <a:pPr marL="0" indent="0" algn="l">
              <a:lnSpc>
                <a:spcPct val="108000"/>
              </a:lnSpc>
              <a:buNone/>
            </a:pPr>
            <a:r>
              <a:rPr lang="en-US" noProof="0">
                <a:solidFill>
                  <a:srgbClr val="49DE80"/>
                </a:solidFill>
                <a:latin typeface="Geist Bold" pitchFamily="34" charset="0"/>
                <a:ea typeface="Geist Bold" pitchFamily="34" charset="-122"/>
                <a:cs typeface="Geist Bold" pitchFamily="34" charset="-120"/>
              </a:rPr>
              <a:t>BONUS CHAPTER: 6 · AFTER THE CREDITS</a:t>
            </a:r>
            <a:endParaRPr lang="en-US" noProof="0">
              <a:solidFill>
                <a:srgbClr val="49DE80"/>
              </a:solidFill>
            </a:endParaRPr>
          </a:p>
        </p:txBody>
      </p:sp>
      <p:sp>
        <p:nvSpPr>
          <p:cNvPr id="4" name="Text 1"/>
          <p:cNvSpPr/>
          <p:nvPr/>
        </p:nvSpPr>
        <p:spPr>
          <a:xfrm>
            <a:off x="612707" y="866080"/>
            <a:ext cx="6296860" cy="518319"/>
          </a:xfrm>
          <a:prstGeom prst="rect">
            <a:avLst/>
          </a:prstGeom>
          <a:noFill/>
          <a:ln/>
        </p:spPr>
        <p:txBody>
          <a:bodyPr wrap="none" lIns="0" tIns="0" rIns="0" bIns="0" rtlCol="0" anchor="t"/>
          <a:lstStyle/>
          <a:p>
            <a:pPr marL="0" indent="0" algn="l">
              <a:lnSpc>
                <a:spcPct val="108000"/>
              </a:lnSpc>
              <a:buNone/>
            </a:pPr>
            <a:r>
              <a:rPr lang="en-US" sz="3450" noProof="0">
                <a:solidFill>
                  <a:srgbClr val="F2F5FA"/>
                </a:solidFill>
                <a:latin typeface="Geist Bold" pitchFamily="34" charset="0"/>
                <a:ea typeface="Geist Bold" pitchFamily="34" charset="-122"/>
                <a:cs typeface="Geist Bold" pitchFamily="34" charset="-120"/>
              </a:rPr>
              <a:t>We said five…</a:t>
            </a:r>
            <a:endParaRPr lang="en-US" sz="3450" noProof="0"/>
          </a:p>
        </p:txBody>
      </p:sp>
      <p:sp>
        <p:nvSpPr>
          <p:cNvPr id="33" name="Text 10"/>
          <p:cNvSpPr/>
          <p:nvPr/>
        </p:nvSpPr>
        <p:spPr>
          <a:xfrm>
            <a:off x="612707" y="1481328"/>
            <a:ext cx="6296860" cy="384048"/>
          </a:xfrm>
          <a:prstGeom prst="rect">
            <a:avLst/>
          </a:prstGeom>
          <a:noFill/>
          <a:ln/>
        </p:spPr>
        <p:txBody>
          <a:bodyPr wrap="none" lIns="0" tIns="0" rIns="0" bIns="0" rtlCol="0" anchor="t"/>
          <a:lstStyle/>
          <a:p>
            <a:pPr marL="0" indent="0" algn="l">
              <a:lnSpc>
                <a:spcPct val="108000"/>
              </a:lnSpc>
              <a:buNone/>
            </a:pPr>
            <a:r>
              <a:rPr lang="en-US" sz="2600" noProof="0">
                <a:solidFill>
                  <a:srgbClr val="F2F5FA"/>
                </a:solidFill>
                <a:latin typeface="Geist Bold" pitchFamily="34" charset="0"/>
                <a:ea typeface="Geist Bold" pitchFamily="34" charset="-122"/>
                <a:cs typeface="Geist Bold" pitchFamily="34" charset="-120"/>
              </a:rPr>
              <a:t>Starring: EmbeddingGemma 2</a:t>
            </a:r>
            <a:endParaRPr lang="en-US" sz="3450" noProof="0"/>
          </a:p>
        </p:txBody>
      </p:sp>
      <p:sp>
        <p:nvSpPr>
          <p:cNvPr id="18" name="Freeform 17">
            <a:extLst>
              <a:ext uri="{FF2B5EF4-FFF2-40B4-BE49-F238E27FC236}">
                <a16:creationId xmlns:a16="http://schemas.microsoft.com/office/drawing/2014/main" id="{4A308AD7-DF4F-958C-6DD7-9D45450F6537}"/>
              </a:ext>
            </a:extLst>
          </p:cNvPr>
          <p:cNvSpPr/>
          <p:nvPr/>
        </p:nvSpPr>
        <p:spPr>
          <a:xfrm>
            <a:off x="612706" y="2103120"/>
            <a:ext cx="6115991" cy="969264"/>
          </a:xfrm>
          <a:custGeom>
            <a:avLst/>
            <a:gdLst>
              <a:gd name="csX0" fmla="*/ 76172 w 6296860"/>
              <a:gd name="csY0" fmla="*/ 0 h 1078706"/>
              <a:gd name="csX1" fmla="*/ 6241058 w 6296860"/>
              <a:gd name="csY1" fmla="*/ 0 h 1078706"/>
              <a:gd name="csX2" fmla="*/ 6296860 w 6296860"/>
              <a:gd name="csY2" fmla="*/ 55780 h 1078706"/>
              <a:gd name="csX3" fmla="*/ 6296860 w 6296860"/>
              <a:gd name="csY3" fmla="*/ 1022924 h 1078706"/>
              <a:gd name="csX4" fmla="*/ 6241058 w 6296860"/>
              <a:gd name="csY4" fmla="*/ 1078706 h 1078706"/>
              <a:gd name="csX5" fmla="*/ 76172 w 6296860"/>
              <a:gd name="csY5" fmla="*/ 1078706 h 1078706"/>
              <a:gd name="csX6" fmla="*/ 0 w 6296860"/>
              <a:gd name="csY6" fmla="*/ 1002562 h 1078706"/>
              <a:gd name="csX7" fmla="*/ 0 w 6296860"/>
              <a:gd name="csY7" fmla="*/ 76144 h 1078706"/>
              <a:gd name="csX8" fmla="*/ 76172 w 6296860"/>
              <a:gd name="csY8" fmla="*/ 0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296860" h="969264">
                <a:moveTo>
                  <a:pt x="76172" y="0"/>
                </a:moveTo>
                <a:lnTo>
                  <a:pt x="6241058" y="0"/>
                </a:lnTo>
                <a:cubicBezTo>
                  <a:pt x="6271876" y="0"/>
                  <a:pt x="6296860" y="24974"/>
                  <a:pt x="6296860" y="55780"/>
                </a:cubicBezTo>
                <a:lnTo>
                  <a:pt x="6296860" y="913482"/>
                </a:lnTo>
                <a:cubicBezTo>
                  <a:pt x="6296860" y="944289"/>
                  <a:pt x="6271876" y="969264"/>
                  <a:pt x="6241058" y="969264"/>
                </a:cubicBezTo>
                <a:lnTo>
                  <a:pt x="76172" y="969264"/>
                </a:lnTo>
                <a:cubicBezTo>
                  <a:pt x="34103" y="969264"/>
                  <a:pt x="0" y="935171"/>
                  <a:pt x="0" y="893120"/>
                </a:cubicBezTo>
                <a:lnTo>
                  <a:pt x="0" y="76144"/>
                </a:lnTo>
                <a:cubicBezTo>
                  <a:pt x="0" y="34091"/>
                  <a:pt x="34103" y="0"/>
                  <a:pt x="76172" y="0"/>
                </a:cubicBezTo>
              </a:path>
            </a:pathLst>
          </a:custGeom>
          <a:solidFill>
            <a:srgbClr val="0F172A"/>
          </a:solidFill>
          <a:ln w="6347" cap="flat">
            <a:solidFill>
              <a:srgbClr val="49DE80"/>
            </a:solidFill>
            <a:prstDash val="solid"/>
            <a:miter/>
          </a:ln>
        </p:spPr>
        <p:txBody>
          <a:bodyPr/>
          <a:lstStyle/>
          <a:p>
            <a:endParaRPr lang="en-US" noProof="0"/>
          </a:p>
        </p:txBody>
      </p:sp>
      <p:sp>
        <p:nvSpPr>
          <p:cNvPr id="19" name="Freeform 18">
            <a:extLst>
              <a:ext uri="{FF2B5EF4-FFF2-40B4-BE49-F238E27FC236}">
                <a16:creationId xmlns:a16="http://schemas.microsoft.com/office/drawing/2014/main" id="{CFAF86CB-4DC8-B1A0-E3F6-182B78A29C5E}"/>
              </a:ext>
            </a:extLst>
          </p:cNvPr>
          <p:cNvSpPr/>
          <p:nvPr/>
        </p:nvSpPr>
        <p:spPr>
          <a:xfrm>
            <a:off x="612706" y="2103120"/>
            <a:ext cx="6115991" cy="969264"/>
          </a:xfrm>
          <a:custGeom>
            <a:avLst/>
            <a:gdLst>
              <a:gd name="csX0" fmla="*/ 22312 w 6296860"/>
              <a:gd name="csY0" fmla="*/ 22304 h 1078706"/>
              <a:gd name="csX1" fmla="*/ 76172 w 6296860"/>
              <a:gd name="csY1" fmla="*/ 0 h 1078706"/>
              <a:gd name="csX2" fmla="*/ 6241058 w 6296860"/>
              <a:gd name="csY2" fmla="*/ 0 h 1078706"/>
              <a:gd name="csX3" fmla="*/ 6296860 w 6296860"/>
              <a:gd name="csY3" fmla="*/ 55780 h 1078706"/>
              <a:gd name="csX4" fmla="*/ 6296860 w 6296860"/>
              <a:gd name="csY4" fmla="*/ 1022924 h 1078706"/>
              <a:gd name="csX5" fmla="*/ 6241058 w 6296860"/>
              <a:gd name="csY5" fmla="*/ 1078706 h 1078706"/>
              <a:gd name="csX6" fmla="*/ 76172 w 6296860"/>
              <a:gd name="csY6" fmla="*/ 1078706 h 1078706"/>
              <a:gd name="csX7" fmla="*/ 0 w 6296860"/>
              <a:gd name="csY7" fmla="*/ 1002562 h 1078706"/>
              <a:gd name="csX8" fmla="*/ 0 w 6296860"/>
              <a:gd name="csY8" fmla="*/ 76144 h 1078706"/>
              <a:gd name="csX9" fmla="*/ 22312 w 6296860"/>
              <a:gd name="csY9" fmla="*/ 22304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296860" h="969264">
                <a:moveTo>
                  <a:pt x="22312" y="22304"/>
                </a:moveTo>
                <a:cubicBezTo>
                  <a:pt x="36596" y="8024"/>
                  <a:pt x="55970" y="1"/>
                  <a:pt x="76172" y="0"/>
                </a:cubicBezTo>
                <a:lnTo>
                  <a:pt x="6241058" y="0"/>
                </a:lnTo>
                <a:cubicBezTo>
                  <a:pt x="6271876" y="0"/>
                  <a:pt x="6296860" y="24974"/>
                  <a:pt x="6296860" y="55780"/>
                </a:cubicBezTo>
                <a:lnTo>
                  <a:pt x="6296860" y="913482"/>
                </a:lnTo>
                <a:cubicBezTo>
                  <a:pt x="6296860" y="944289"/>
                  <a:pt x="6271876" y="969264"/>
                  <a:pt x="6241058" y="969264"/>
                </a:cubicBezTo>
                <a:lnTo>
                  <a:pt x="76172" y="969264"/>
                </a:lnTo>
                <a:cubicBezTo>
                  <a:pt x="34103" y="969264"/>
                  <a:pt x="0" y="935171"/>
                  <a:pt x="0" y="893120"/>
                </a:cubicBezTo>
                <a:lnTo>
                  <a:pt x="0" y="76144"/>
                </a:lnTo>
                <a:cubicBezTo>
                  <a:pt x="1" y="55950"/>
                  <a:pt x="8027" y="36583"/>
                  <a:pt x="22312" y="22304"/>
                </a:cubicBezTo>
              </a:path>
            </a:pathLst>
          </a:custGeom>
          <a:noFill/>
          <a:ln w="25400" cap="flat">
            <a:solidFill>
              <a:srgbClr val="49DE80"/>
            </a:solidFill>
            <a:prstDash val="solid"/>
            <a:miter/>
          </a:ln>
        </p:spPr>
        <p:txBody>
          <a:bodyPr/>
          <a:lstStyle/>
          <a:p>
            <a:endParaRPr lang="en-US" noProof="0"/>
          </a:p>
        </p:txBody>
      </p:sp>
      <p:sp>
        <p:nvSpPr>
          <p:cNvPr id="20" name="Freeform 19">
            <a:extLst>
              <a:ext uri="{FF2B5EF4-FFF2-40B4-BE49-F238E27FC236}">
                <a16:creationId xmlns:a16="http://schemas.microsoft.com/office/drawing/2014/main" id="{E2418F62-69CD-B333-328E-8DD247A7AB75}"/>
              </a:ext>
            </a:extLst>
          </p:cNvPr>
          <p:cNvSpPr/>
          <p:nvPr/>
        </p:nvSpPr>
        <p:spPr>
          <a:xfrm>
            <a:off x="612706" y="2103120"/>
            <a:ext cx="76171" cy="969264"/>
          </a:xfrm>
          <a:custGeom>
            <a:avLst/>
            <a:gdLst>
              <a:gd name="csX0" fmla="*/ 55800 w 76171"/>
              <a:gd name="csY0" fmla="*/ 0 h 1078706"/>
              <a:gd name="csX1" fmla="*/ 76172 w 76171"/>
              <a:gd name="csY1" fmla="*/ 0 h 1078706"/>
              <a:gd name="csX2" fmla="*/ 76172 w 76171"/>
              <a:gd name="csY2" fmla="*/ 0 h 1078706"/>
              <a:gd name="csX3" fmla="*/ 76172 w 76171"/>
              <a:gd name="csY3" fmla="*/ 1078706 h 1078706"/>
              <a:gd name="csX4" fmla="*/ 76172 w 76171"/>
              <a:gd name="csY4" fmla="*/ 1078706 h 1078706"/>
              <a:gd name="csX5" fmla="*/ 55800 w 76171"/>
              <a:gd name="csY5" fmla="*/ 1078706 h 1078706"/>
              <a:gd name="csX6" fmla="*/ 0 w 76171"/>
              <a:gd name="csY6" fmla="*/ 1022924 h 1078706"/>
              <a:gd name="csX7" fmla="*/ 0 w 76171"/>
              <a:gd name="csY7" fmla="*/ 55780 h 1078706"/>
              <a:gd name="csX8" fmla="*/ 55800 w 76171"/>
              <a:gd name="csY8" fmla="*/ 0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171" h="969264">
                <a:moveTo>
                  <a:pt x="55800" y="0"/>
                </a:moveTo>
                <a:lnTo>
                  <a:pt x="76172" y="0"/>
                </a:lnTo>
                <a:lnTo>
                  <a:pt x="76172" y="0"/>
                </a:lnTo>
                <a:lnTo>
                  <a:pt x="76172" y="969264"/>
                </a:lnTo>
                <a:lnTo>
                  <a:pt x="76172" y="969264"/>
                </a:lnTo>
                <a:lnTo>
                  <a:pt x="55800" y="969264"/>
                </a:lnTo>
                <a:cubicBezTo>
                  <a:pt x="24983" y="969264"/>
                  <a:pt x="0" y="944289"/>
                  <a:pt x="0" y="913482"/>
                </a:cubicBezTo>
                <a:lnTo>
                  <a:pt x="0" y="55780"/>
                </a:lnTo>
                <a:cubicBezTo>
                  <a:pt x="0" y="24974"/>
                  <a:pt x="24983" y="0"/>
                  <a:pt x="55800" y="0"/>
                </a:cubicBezTo>
              </a:path>
            </a:pathLst>
          </a:custGeom>
          <a:solidFill>
            <a:srgbClr val="49DE80"/>
          </a:solidFill>
          <a:ln w="6347" cap="flat">
            <a:solidFill>
              <a:srgbClr val="49DE80"/>
            </a:solidFill>
            <a:prstDash val="solid"/>
            <a:miter/>
          </a:ln>
        </p:spPr>
        <p:txBody>
          <a:bodyPr/>
          <a:lstStyle/>
          <a:p>
            <a:endParaRPr lang="en-US" noProof="0"/>
          </a:p>
        </p:txBody>
      </p:sp>
      <p:sp>
        <p:nvSpPr>
          <p:cNvPr id="6" name="Text 2"/>
          <p:cNvSpPr/>
          <p:nvPr/>
        </p:nvSpPr>
        <p:spPr>
          <a:xfrm>
            <a:off x="867395" y="2258568"/>
            <a:ext cx="5863681" cy="259060"/>
          </a:xfrm>
          <a:prstGeom prst="rect">
            <a:avLst/>
          </a:prstGeom>
          <a:noFill/>
          <a:ln/>
        </p:spPr>
        <p:txBody>
          <a:bodyPr wrap="none" lIns="0" tIns="0" rIns="0" bIns="0" rtlCol="0" anchor="t"/>
          <a:lstStyle/>
          <a:p>
            <a:pPr>
              <a:lnSpc>
                <a:spcPct val="108000"/>
              </a:lnSpc>
            </a:pPr>
            <a:r>
              <a:rPr lang="en-US" sz="1700" noProof="0">
                <a:solidFill>
                  <a:srgbClr val="EBEDF0"/>
                </a:solidFill>
                <a:latin typeface="Geist Bold" pitchFamily="34" charset="0"/>
                <a:ea typeface="Geist Bold" pitchFamily="34" charset="-122"/>
                <a:cs typeface="Geist Bold" pitchFamily="34" charset="-120"/>
              </a:rPr>
              <a:t>Google DeepMind’s new embedding model</a:t>
            </a:r>
            <a:endParaRPr lang="en-US" sz="1750" noProof="0"/>
          </a:p>
        </p:txBody>
      </p:sp>
      <p:sp>
        <p:nvSpPr>
          <p:cNvPr id="7" name="Text 3"/>
          <p:cNvSpPr/>
          <p:nvPr/>
        </p:nvSpPr>
        <p:spPr>
          <a:xfrm>
            <a:off x="867395" y="2578608"/>
            <a:ext cx="5715000" cy="420624"/>
          </a:xfrm>
          <a:prstGeom prst="rect">
            <a:avLst/>
          </a:prstGeom>
          <a:noFill/>
          <a:ln/>
        </p:spPr>
        <p:txBody>
          <a:bodyPr wrap="square" lIns="0" tIns="0" rIns="0" bIns="0" rtlCol="0" anchor="t">
            <a:noAutofit/>
          </a:bodyPr>
          <a:lstStyle/>
          <a:p>
            <a:pPr marL="0" indent="0" algn="l">
              <a:lnSpc>
                <a:spcPct val="100000"/>
              </a:lnSpc>
              <a:buNone/>
            </a:pPr>
            <a:r>
              <a:rPr lang="en-US" sz="14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Released Tuesday, October 6, and built on Gemma 4: small, open and designed to run right on the phone</a:t>
            </a:r>
            <a:endParaRPr lang="en-US" sz="1500" noProof="0">
              <a:solidFill>
                <a:srgbClr val="94A3B8"/>
              </a:solidFill>
            </a:endParaRPr>
          </a:p>
        </p:txBody>
      </p:sp>
      <p:sp>
        <p:nvSpPr>
          <p:cNvPr id="22" name="Freeform 21">
            <a:extLst>
              <a:ext uri="{FF2B5EF4-FFF2-40B4-BE49-F238E27FC236}">
                <a16:creationId xmlns:a16="http://schemas.microsoft.com/office/drawing/2014/main" id="{1BB537FF-2E15-7E0A-63CC-43AF98C52326}"/>
              </a:ext>
            </a:extLst>
          </p:cNvPr>
          <p:cNvSpPr/>
          <p:nvPr/>
        </p:nvSpPr>
        <p:spPr>
          <a:xfrm>
            <a:off x="612707" y="3200400"/>
            <a:ext cx="6115991" cy="969264"/>
          </a:xfrm>
          <a:custGeom>
            <a:avLst/>
            <a:gdLst>
              <a:gd name="csX0" fmla="*/ 76172 w 6296860"/>
              <a:gd name="csY0" fmla="*/ 0 h 1078706"/>
              <a:gd name="csX1" fmla="*/ 6241058 w 6296860"/>
              <a:gd name="csY1" fmla="*/ 0 h 1078706"/>
              <a:gd name="csX2" fmla="*/ 6296860 w 6296860"/>
              <a:gd name="csY2" fmla="*/ 55780 h 1078706"/>
              <a:gd name="csX3" fmla="*/ 6296860 w 6296860"/>
              <a:gd name="csY3" fmla="*/ 1022924 h 1078706"/>
              <a:gd name="csX4" fmla="*/ 6241058 w 6296860"/>
              <a:gd name="csY4" fmla="*/ 1078706 h 1078706"/>
              <a:gd name="csX5" fmla="*/ 76172 w 6296860"/>
              <a:gd name="csY5" fmla="*/ 1078706 h 1078706"/>
              <a:gd name="csX6" fmla="*/ 0 w 6296860"/>
              <a:gd name="csY6" fmla="*/ 1002562 h 1078706"/>
              <a:gd name="csX7" fmla="*/ 0 w 6296860"/>
              <a:gd name="csY7" fmla="*/ 76144 h 1078706"/>
              <a:gd name="csX8" fmla="*/ 76172 w 6296860"/>
              <a:gd name="csY8" fmla="*/ 0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296860" h="969264">
                <a:moveTo>
                  <a:pt x="76172" y="0"/>
                </a:moveTo>
                <a:lnTo>
                  <a:pt x="6241058" y="0"/>
                </a:lnTo>
                <a:cubicBezTo>
                  <a:pt x="6271876" y="0"/>
                  <a:pt x="6296860" y="24974"/>
                  <a:pt x="6296860" y="55780"/>
                </a:cubicBezTo>
                <a:lnTo>
                  <a:pt x="6296860" y="913482"/>
                </a:lnTo>
                <a:cubicBezTo>
                  <a:pt x="6296860" y="944289"/>
                  <a:pt x="6271876" y="969264"/>
                  <a:pt x="6241058" y="969264"/>
                </a:cubicBezTo>
                <a:lnTo>
                  <a:pt x="76172" y="969264"/>
                </a:lnTo>
                <a:cubicBezTo>
                  <a:pt x="34103" y="969264"/>
                  <a:pt x="0" y="935171"/>
                  <a:pt x="0" y="893120"/>
                </a:cubicBezTo>
                <a:lnTo>
                  <a:pt x="0" y="76144"/>
                </a:lnTo>
                <a:cubicBezTo>
                  <a:pt x="0" y="34091"/>
                  <a:pt x="34103" y="0"/>
                  <a:pt x="76172" y="0"/>
                </a:cubicBezTo>
              </a:path>
            </a:pathLst>
          </a:custGeom>
          <a:solidFill>
            <a:srgbClr val="0F172A"/>
          </a:solidFill>
          <a:ln w="6347" cap="flat">
            <a:solidFill>
              <a:srgbClr val="49DE80"/>
            </a:solidFill>
            <a:prstDash val="solid"/>
            <a:miter/>
          </a:ln>
        </p:spPr>
        <p:txBody>
          <a:bodyPr/>
          <a:lstStyle/>
          <a:p>
            <a:endParaRPr lang="en-US" noProof="0"/>
          </a:p>
        </p:txBody>
      </p:sp>
      <p:sp>
        <p:nvSpPr>
          <p:cNvPr id="23" name="Freeform 22">
            <a:extLst>
              <a:ext uri="{FF2B5EF4-FFF2-40B4-BE49-F238E27FC236}">
                <a16:creationId xmlns:a16="http://schemas.microsoft.com/office/drawing/2014/main" id="{27C96B67-D110-0B96-A35B-DA35C702EDC7}"/>
              </a:ext>
            </a:extLst>
          </p:cNvPr>
          <p:cNvSpPr/>
          <p:nvPr/>
        </p:nvSpPr>
        <p:spPr>
          <a:xfrm>
            <a:off x="612707" y="3200400"/>
            <a:ext cx="6115991" cy="969264"/>
          </a:xfrm>
          <a:custGeom>
            <a:avLst/>
            <a:gdLst>
              <a:gd name="csX0" fmla="*/ 22312 w 6296860"/>
              <a:gd name="csY0" fmla="*/ 22304 h 1078706"/>
              <a:gd name="csX1" fmla="*/ 76172 w 6296860"/>
              <a:gd name="csY1" fmla="*/ 0 h 1078706"/>
              <a:gd name="csX2" fmla="*/ 6241058 w 6296860"/>
              <a:gd name="csY2" fmla="*/ 0 h 1078706"/>
              <a:gd name="csX3" fmla="*/ 6296860 w 6296860"/>
              <a:gd name="csY3" fmla="*/ 55780 h 1078706"/>
              <a:gd name="csX4" fmla="*/ 6296860 w 6296860"/>
              <a:gd name="csY4" fmla="*/ 1022924 h 1078706"/>
              <a:gd name="csX5" fmla="*/ 6241058 w 6296860"/>
              <a:gd name="csY5" fmla="*/ 1078706 h 1078706"/>
              <a:gd name="csX6" fmla="*/ 76172 w 6296860"/>
              <a:gd name="csY6" fmla="*/ 1078706 h 1078706"/>
              <a:gd name="csX7" fmla="*/ 0 w 6296860"/>
              <a:gd name="csY7" fmla="*/ 1002562 h 1078706"/>
              <a:gd name="csX8" fmla="*/ 0 w 6296860"/>
              <a:gd name="csY8" fmla="*/ 76144 h 1078706"/>
              <a:gd name="csX9" fmla="*/ 22312 w 6296860"/>
              <a:gd name="csY9" fmla="*/ 22304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296860" h="969264">
                <a:moveTo>
                  <a:pt x="22312" y="22304"/>
                </a:moveTo>
                <a:cubicBezTo>
                  <a:pt x="36596" y="8024"/>
                  <a:pt x="55970" y="1"/>
                  <a:pt x="76172" y="0"/>
                </a:cubicBezTo>
                <a:lnTo>
                  <a:pt x="6241058" y="0"/>
                </a:lnTo>
                <a:cubicBezTo>
                  <a:pt x="6271876" y="0"/>
                  <a:pt x="6296860" y="24974"/>
                  <a:pt x="6296860" y="55780"/>
                </a:cubicBezTo>
                <a:lnTo>
                  <a:pt x="6296860" y="913482"/>
                </a:lnTo>
                <a:cubicBezTo>
                  <a:pt x="6296860" y="944289"/>
                  <a:pt x="6271876" y="969264"/>
                  <a:pt x="6241058" y="969264"/>
                </a:cubicBezTo>
                <a:lnTo>
                  <a:pt x="76172" y="969264"/>
                </a:lnTo>
                <a:cubicBezTo>
                  <a:pt x="34103" y="969264"/>
                  <a:pt x="0" y="935171"/>
                  <a:pt x="0" y="893120"/>
                </a:cubicBezTo>
                <a:lnTo>
                  <a:pt x="0" y="76144"/>
                </a:lnTo>
                <a:cubicBezTo>
                  <a:pt x="1" y="55950"/>
                  <a:pt x="8027" y="36583"/>
                  <a:pt x="22312" y="22304"/>
                </a:cubicBezTo>
              </a:path>
            </a:pathLst>
          </a:custGeom>
          <a:noFill/>
          <a:ln w="25400" cap="flat">
            <a:solidFill>
              <a:srgbClr val="49DE80"/>
            </a:solidFill>
            <a:prstDash val="solid"/>
            <a:miter/>
          </a:ln>
        </p:spPr>
        <p:txBody>
          <a:bodyPr/>
          <a:lstStyle/>
          <a:p>
            <a:endParaRPr lang="en-US" noProof="0"/>
          </a:p>
        </p:txBody>
      </p:sp>
      <p:sp>
        <p:nvSpPr>
          <p:cNvPr id="24" name="Freeform 23">
            <a:extLst>
              <a:ext uri="{FF2B5EF4-FFF2-40B4-BE49-F238E27FC236}">
                <a16:creationId xmlns:a16="http://schemas.microsoft.com/office/drawing/2014/main" id="{B1FF906B-C75A-43B0-E98E-D904F33B90F3}"/>
              </a:ext>
            </a:extLst>
          </p:cNvPr>
          <p:cNvSpPr/>
          <p:nvPr/>
        </p:nvSpPr>
        <p:spPr>
          <a:xfrm>
            <a:off x="612706" y="3200400"/>
            <a:ext cx="76171" cy="969264"/>
          </a:xfrm>
          <a:custGeom>
            <a:avLst/>
            <a:gdLst>
              <a:gd name="csX0" fmla="*/ 55800 w 76171"/>
              <a:gd name="csY0" fmla="*/ 0 h 1078706"/>
              <a:gd name="csX1" fmla="*/ 76172 w 76171"/>
              <a:gd name="csY1" fmla="*/ 0 h 1078706"/>
              <a:gd name="csX2" fmla="*/ 76172 w 76171"/>
              <a:gd name="csY2" fmla="*/ 0 h 1078706"/>
              <a:gd name="csX3" fmla="*/ 76172 w 76171"/>
              <a:gd name="csY3" fmla="*/ 1078706 h 1078706"/>
              <a:gd name="csX4" fmla="*/ 76172 w 76171"/>
              <a:gd name="csY4" fmla="*/ 1078706 h 1078706"/>
              <a:gd name="csX5" fmla="*/ 55800 w 76171"/>
              <a:gd name="csY5" fmla="*/ 1078706 h 1078706"/>
              <a:gd name="csX6" fmla="*/ 0 w 76171"/>
              <a:gd name="csY6" fmla="*/ 1022924 h 1078706"/>
              <a:gd name="csX7" fmla="*/ 0 w 76171"/>
              <a:gd name="csY7" fmla="*/ 55780 h 1078706"/>
              <a:gd name="csX8" fmla="*/ 55800 w 76171"/>
              <a:gd name="csY8" fmla="*/ 0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171" h="969264">
                <a:moveTo>
                  <a:pt x="55800" y="0"/>
                </a:moveTo>
                <a:lnTo>
                  <a:pt x="76172" y="0"/>
                </a:lnTo>
                <a:lnTo>
                  <a:pt x="76172" y="0"/>
                </a:lnTo>
                <a:lnTo>
                  <a:pt x="76172" y="969264"/>
                </a:lnTo>
                <a:lnTo>
                  <a:pt x="76172" y="969264"/>
                </a:lnTo>
                <a:lnTo>
                  <a:pt x="55800" y="969264"/>
                </a:lnTo>
                <a:cubicBezTo>
                  <a:pt x="24983" y="969264"/>
                  <a:pt x="0" y="944289"/>
                  <a:pt x="0" y="913482"/>
                </a:cubicBezTo>
                <a:lnTo>
                  <a:pt x="0" y="55780"/>
                </a:lnTo>
                <a:cubicBezTo>
                  <a:pt x="0" y="24974"/>
                  <a:pt x="24983" y="0"/>
                  <a:pt x="55800" y="0"/>
                </a:cubicBezTo>
              </a:path>
            </a:pathLst>
          </a:custGeom>
          <a:solidFill>
            <a:srgbClr val="49DE80"/>
          </a:solidFill>
          <a:ln w="6347" cap="flat">
            <a:solidFill>
              <a:srgbClr val="49DE80"/>
            </a:solidFill>
            <a:prstDash val="solid"/>
            <a:miter/>
          </a:ln>
        </p:spPr>
        <p:txBody>
          <a:bodyPr/>
          <a:lstStyle/>
          <a:p>
            <a:endParaRPr lang="en-US" noProof="0"/>
          </a:p>
        </p:txBody>
      </p:sp>
      <p:sp>
        <p:nvSpPr>
          <p:cNvPr id="9" name="Text 4"/>
          <p:cNvSpPr/>
          <p:nvPr/>
        </p:nvSpPr>
        <p:spPr>
          <a:xfrm>
            <a:off x="867395" y="3355848"/>
            <a:ext cx="5863681" cy="259060"/>
          </a:xfrm>
          <a:prstGeom prst="rect">
            <a:avLst/>
          </a:prstGeom>
          <a:noFill/>
          <a:ln/>
        </p:spPr>
        <p:txBody>
          <a:bodyPr wrap="none" lIns="0" tIns="0" rIns="0" bIns="0" rtlCol="0" anchor="t"/>
          <a:lstStyle/>
          <a:p>
            <a:pPr marL="0" indent="0" algn="l">
              <a:lnSpc>
                <a:spcPct val="108000"/>
              </a:lnSpc>
              <a:buNone/>
            </a:pPr>
            <a:r>
              <a:rPr lang="en-US" sz="1700" noProof="0">
                <a:solidFill>
                  <a:srgbClr val="EBEDF0"/>
                </a:solidFill>
                <a:latin typeface="Geist Bold" pitchFamily="34" charset="0"/>
                <a:ea typeface="Geist Bold" pitchFamily="34" charset="-122"/>
                <a:cs typeface="Geist Bold" pitchFamily="34" charset="-120"/>
              </a:rPr>
              <a:t>It doesn’t write: it turns everything into vectors</a:t>
            </a:r>
            <a:endParaRPr lang="en-US" sz="1700" noProof="0"/>
          </a:p>
        </p:txBody>
      </p:sp>
      <p:sp>
        <p:nvSpPr>
          <p:cNvPr id="10" name="Text 5"/>
          <p:cNvSpPr/>
          <p:nvPr/>
        </p:nvSpPr>
        <p:spPr>
          <a:xfrm>
            <a:off x="867394" y="3675887"/>
            <a:ext cx="5715000" cy="420624"/>
          </a:xfrm>
          <a:prstGeom prst="rect">
            <a:avLst/>
          </a:prstGeom>
          <a:noFill/>
          <a:ln/>
        </p:spPr>
        <p:txBody>
          <a:bodyPr wrap="square" lIns="0" tIns="0" rIns="0" bIns="0" rtlCol="0" anchor="t">
            <a:noAutofit/>
          </a:bodyPr>
          <a:lstStyle/>
          <a:p>
            <a:pPr marL="0" indent="0" algn="l">
              <a:lnSpc>
                <a:spcPct val="100000"/>
              </a:lnSpc>
              <a:buNone/>
            </a:pPr>
            <a:r>
              <a:rPr lang="en-US" sz="14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Text, images, audio and video become 768 numbers in the same space: a photo of tomatoes lands close to “tomatoes”</a:t>
            </a:r>
            <a:endParaRPr lang="en-US" sz="1450" noProof="0">
              <a:solidFill>
                <a:srgbClr val="94A3B8"/>
              </a:solidFill>
            </a:endParaRPr>
          </a:p>
        </p:txBody>
      </p:sp>
      <p:sp>
        <p:nvSpPr>
          <p:cNvPr id="26" name="Freeform 25">
            <a:extLst>
              <a:ext uri="{FF2B5EF4-FFF2-40B4-BE49-F238E27FC236}">
                <a16:creationId xmlns:a16="http://schemas.microsoft.com/office/drawing/2014/main" id="{2A2ACE08-D46B-DD8E-64BA-88D74DD7DD1D}"/>
              </a:ext>
            </a:extLst>
          </p:cNvPr>
          <p:cNvSpPr/>
          <p:nvPr/>
        </p:nvSpPr>
        <p:spPr>
          <a:xfrm>
            <a:off x="612707" y="4297680"/>
            <a:ext cx="6115990" cy="969264"/>
          </a:xfrm>
          <a:custGeom>
            <a:avLst/>
            <a:gdLst>
              <a:gd name="csX0" fmla="*/ 76172 w 6296860"/>
              <a:gd name="csY0" fmla="*/ 0 h 1078706"/>
              <a:gd name="csX1" fmla="*/ 6241058 w 6296860"/>
              <a:gd name="csY1" fmla="*/ 0 h 1078706"/>
              <a:gd name="csX2" fmla="*/ 6296860 w 6296860"/>
              <a:gd name="csY2" fmla="*/ 55780 h 1078706"/>
              <a:gd name="csX3" fmla="*/ 6296860 w 6296860"/>
              <a:gd name="csY3" fmla="*/ 1022924 h 1078706"/>
              <a:gd name="csX4" fmla="*/ 6241058 w 6296860"/>
              <a:gd name="csY4" fmla="*/ 1078706 h 1078706"/>
              <a:gd name="csX5" fmla="*/ 76172 w 6296860"/>
              <a:gd name="csY5" fmla="*/ 1078706 h 1078706"/>
              <a:gd name="csX6" fmla="*/ 0 w 6296860"/>
              <a:gd name="csY6" fmla="*/ 1002562 h 1078706"/>
              <a:gd name="csX7" fmla="*/ 0 w 6296860"/>
              <a:gd name="csY7" fmla="*/ 76144 h 1078706"/>
              <a:gd name="csX8" fmla="*/ 76172 w 6296860"/>
              <a:gd name="csY8" fmla="*/ 0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296860" h="969264">
                <a:moveTo>
                  <a:pt x="76172" y="0"/>
                </a:moveTo>
                <a:lnTo>
                  <a:pt x="6241058" y="0"/>
                </a:lnTo>
                <a:cubicBezTo>
                  <a:pt x="6271876" y="0"/>
                  <a:pt x="6296860" y="24974"/>
                  <a:pt x="6296860" y="55780"/>
                </a:cubicBezTo>
                <a:lnTo>
                  <a:pt x="6296860" y="913482"/>
                </a:lnTo>
                <a:cubicBezTo>
                  <a:pt x="6296860" y="944289"/>
                  <a:pt x="6271876" y="969264"/>
                  <a:pt x="6241058" y="969264"/>
                </a:cubicBezTo>
                <a:lnTo>
                  <a:pt x="76172" y="969264"/>
                </a:lnTo>
                <a:cubicBezTo>
                  <a:pt x="34103" y="969264"/>
                  <a:pt x="0" y="935171"/>
                  <a:pt x="0" y="893120"/>
                </a:cubicBezTo>
                <a:lnTo>
                  <a:pt x="0" y="76144"/>
                </a:lnTo>
                <a:cubicBezTo>
                  <a:pt x="0" y="34091"/>
                  <a:pt x="34103" y="0"/>
                  <a:pt x="76172" y="0"/>
                </a:cubicBezTo>
              </a:path>
            </a:pathLst>
          </a:custGeom>
          <a:solidFill>
            <a:srgbClr val="0F172A"/>
          </a:solidFill>
          <a:ln w="6347" cap="flat">
            <a:solidFill>
              <a:srgbClr val="49DE80"/>
            </a:solidFill>
            <a:prstDash val="solid"/>
            <a:miter/>
          </a:ln>
        </p:spPr>
        <p:txBody>
          <a:bodyPr/>
          <a:lstStyle/>
          <a:p>
            <a:endParaRPr lang="en-US" noProof="0"/>
          </a:p>
        </p:txBody>
      </p:sp>
      <p:sp>
        <p:nvSpPr>
          <p:cNvPr id="27" name="Freeform 26">
            <a:extLst>
              <a:ext uri="{FF2B5EF4-FFF2-40B4-BE49-F238E27FC236}">
                <a16:creationId xmlns:a16="http://schemas.microsoft.com/office/drawing/2014/main" id="{E23A065A-A4EC-AD1E-902F-A464AEEEC8AD}"/>
              </a:ext>
            </a:extLst>
          </p:cNvPr>
          <p:cNvSpPr/>
          <p:nvPr/>
        </p:nvSpPr>
        <p:spPr>
          <a:xfrm>
            <a:off x="612707" y="4297680"/>
            <a:ext cx="6115990" cy="969264"/>
          </a:xfrm>
          <a:custGeom>
            <a:avLst/>
            <a:gdLst>
              <a:gd name="csX0" fmla="*/ 22312 w 6296860"/>
              <a:gd name="csY0" fmla="*/ 22304 h 1078706"/>
              <a:gd name="csX1" fmla="*/ 76172 w 6296860"/>
              <a:gd name="csY1" fmla="*/ 0 h 1078706"/>
              <a:gd name="csX2" fmla="*/ 6241058 w 6296860"/>
              <a:gd name="csY2" fmla="*/ 0 h 1078706"/>
              <a:gd name="csX3" fmla="*/ 6296860 w 6296860"/>
              <a:gd name="csY3" fmla="*/ 55780 h 1078706"/>
              <a:gd name="csX4" fmla="*/ 6296860 w 6296860"/>
              <a:gd name="csY4" fmla="*/ 1022924 h 1078706"/>
              <a:gd name="csX5" fmla="*/ 6241058 w 6296860"/>
              <a:gd name="csY5" fmla="*/ 1078706 h 1078706"/>
              <a:gd name="csX6" fmla="*/ 76172 w 6296860"/>
              <a:gd name="csY6" fmla="*/ 1078706 h 1078706"/>
              <a:gd name="csX7" fmla="*/ 0 w 6296860"/>
              <a:gd name="csY7" fmla="*/ 1002562 h 1078706"/>
              <a:gd name="csX8" fmla="*/ 0 w 6296860"/>
              <a:gd name="csY8" fmla="*/ 76144 h 1078706"/>
              <a:gd name="csX9" fmla="*/ 22312 w 6296860"/>
              <a:gd name="csY9" fmla="*/ 22304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296860" h="969264">
                <a:moveTo>
                  <a:pt x="22312" y="22304"/>
                </a:moveTo>
                <a:cubicBezTo>
                  <a:pt x="36596" y="8024"/>
                  <a:pt x="55970" y="1"/>
                  <a:pt x="76172" y="0"/>
                </a:cubicBezTo>
                <a:lnTo>
                  <a:pt x="6241058" y="0"/>
                </a:lnTo>
                <a:cubicBezTo>
                  <a:pt x="6271876" y="0"/>
                  <a:pt x="6296860" y="24974"/>
                  <a:pt x="6296860" y="55780"/>
                </a:cubicBezTo>
                <a:lnTo>
                  <a:pt x="6296860" y="913482"/>
                </a:lnTo>
                <a:cubicBezTo>
                  <a:pt x="6296860" y="944289"/>
                  <a:pt x="6271876" y="969264"/>
                  <a:pt x="6241058" y="969264"/>
                </a:cubicBezTo>
                <a:lnTo>
                  <a:pt x="76172" y="969264"/>
                </a:lnTo>
                <a:cubicBezTo>
                  <a:pt x="34103" y="969264"/>
                  <a:pt x="0" y="935171"/>
                  <a:pt x="0" y="893120"/>
                </a:cubicBezTo>
                <a:lnTo>
                  <a:pt x="0" y="76144"/>
                </a:lnTo>
                <a:cubicBezTo>
                  <a:pt x="1" y="55950"/>
                  <a:pt x="8027" y="36583"/>
                  <a:pt x="22312" y="22304"/>
                </a:cubicBezTo>
              </a:path>
            </a:pathLst>
          </a:custGeom>
          <a:noFill/>
          <a:ln w="25400" cap="flat">
            <a:solidFill>
              <a:srgbClr val="49DE80"/>
            </a:solidFill>
            <a:prstDash val="solid"/>
            <a:miter/>
          </a:ln>
        </p:spPr>
        <p:txBody>
          <a:bodyPr/>
          <a:lstStyle/>
          <a:p>
            <a:endParaRPr lang="en-US" noProof="0"/>
          </a:p>
        </p:txBody>
      </p:sp>
      <p:sp>
        <p:nvSpPr>
          <p:cNvPr id="28" name="Freeform 27">
            <a:extLst>
              <a:ext uri="{FF2B5EF4-FFF2-40B4-BE49-F238E27FC236}">
                <a16:creationId xmlns:a16="http://schemas.microsoft.com/office/drawing/2014/main" id="{28644500-05F3-4E3D-C1FF-F86FCBE810FF}"/>
              </a:ext>
            </a:extLst>
          </p:cNvPr>
          <p:cNvSpPr/>
          <p:nvPr/>
        </p:nvSpPr>
        <p:spPr>
          <a:xfrm>
            <a:off x="612706" y="4297680"/>
            <a:ext cx="76171" cy="969264"/>
          </a:xfrm>
          <a:custGeom>
            <a:avLst/>
            <a:gdLst>
              <a:gd name="csX0" fmla="*/ 55800 w 76171"/>
              <a:gd name="csY0" fmla="*/ 0 h 1078706"/>
              <a:gd name="csX1" fmla="*/ 76172 w 76171"/>
              <a:gd name="csY1" fmla="*/ 0 h 1078706"/>
              <a:gd name="csX2" fmla="*/ 76172 w 76171"/>
              <a:gd name="csY2" fmla="*/ 0 h 1078706"/>
              <a:gd name="csX3" fmla="*/ 76172 w 76171"/>
              <a:gd name="csY3" fmla="*/ 1078706 h 1078706"/>
              <a:gd name="csX4" fmla="*/ 76172 w 76171"/>
              <a:gd name="csY4" fmla="*/ 1078706 h 1078706"/>
              <a:gd name="csX5" fmla="*/ 55800 w 76171"/>
              <a:gd name="csY5" fmla="*/ 1078706 h 1078706"/>
              <a:gd name="csX6" fmla="*/ 0 w 76171"/>
              <a:gd name="csY6" fmla="*/ 1022924 h 1078706"/>
              <a:gd name="csX7" fmla="*/ 0 w 76171"/>
              <a:gd name="csY7" fmla="*/ 55780 h 1078706"/>
              <a:gd name="csX8" fmla="*/ 55800 w 76171"/>
              <a:gd name="csY8" fmla="*/ 0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171" h="969264">
                <a:moveTo>
                  <a:pt x="55800" y="0"/>
                </a:moveTo>
                <a:lnTo>
                  <a:pt x="76172" y="0"/>
                </a:lnTo>
                <a:lnTo>
                  <a:pt x="76172" y="0"/>
                </a:lnTo>
                <a:lnTo>
                  <a:pt x="76172" y="969264"/>
                </a:lnTo>
                <a:lnTo>
                  <a:pt x="76172" y="969264"/>
                </a:lnTo>
                <a:lnTo>
                  <a:pt x="55800" y="969264"/>
                </a:lnTo>
                <a:cubicBezTo>
                  <a:pt x="24983" y="969264"/>
                  <a:pt x="0" y="944289"/>
                  <a:pt x="0" y="913482"/>
                </a:cubicBezTo>
                <a:lnTo>
                  <a:pt x="0" y="55780"/>
                </a:lnTo>
                <a:cubicBezTo>
                  <a:pt x="0" y="24974"/>
                  <a:pt x="24983" y="0"/>
                  <a:pt x="55800" y="0"/>
                </a:cubicBezTo>
              </a:path>
            </a:pathLst>
          </a:custGeom>
          <a:solidFill>
            <a:srgbClr val="49DE80"/>
          </a:solidFill>
          <a:ln w="6347" cap="flat">
            <a:solidFill>
              <a:srgbClr val="49DE80"/>
            </a:solidFill>
            <a:prstDash val="solid"/>
            <a:miter/>
          </a:ln>
        </p:spPr>
        <p:txBody>
          <a:bodyPr/>
          <a:lstStyle/>
          <a:p>
            <a:endParaRPr lang="en-US" noProof="0"/>
          </a:p>
        </p:txBody>
      </p:sp>
      <p:sp>
        <p:nvSpPr>
          <p:cNvPr id="12" name="Text 6"/>
          <p:cNvSpPr/>
          <p:nvPr/>
        </p:nvSpPr>
        <p:spPr>
          <a:xfrm>
            <a:off x="867395" y="4453128"/>
            <a:ext cx="5863681" cy="259060"/>
          </a:xfrm>
          <a:prstGeom prst="rect">
            <a:avLst/>
          </a:prstGeom>
          <a:noFill/>
          <a:ln/>
        </p:spPr>
        <p:txBody>
          <a:bodyPr wrap="none" lIns="0" tIns="0" rIns="0" bIns="0" rtlCol="0" anchor="t"/>
          <a:lstStyle/>
          <a:p>
            <a:pPr marL="0" indent="0" algn="l">
              <a:lnSpc>
                <a:spcPct val="108000"/>
              </a:lnSpc>
              <a:buNone/>
            </a:pPr>
            <a:r>
              <a:rPr lang="en-US" sz="1700" noProof="0">
                <a:solidFill>
                  <a:srgbClr val="EBEDF0"/>
                </a:solidFill>
                <a:latin typeface="Geist Bold" pitchFamily="34" charset="0"/>
                <a:ea typeface="Geist Bold" pitchFamily="34" charset="-122"/>
                <a:cs typeface="Geist Bold" pitchFamily="34" charset="-120"/>
              </a:rPr>
              <a:t>Labels in any language, and a vocabulary that grows</a:t>
            </a:r>
            <a:endParaRPr lang="en-US" sz="1700" noProof="0"/>
          </a:p>
        </p:txBody>
      </p:sp>
      <p:sp>
        <p:nvSpPr>
          <p:cNvPr id="13" name="Text 7"/>
          <p:cNvSpPr/>
          <p:nvPr/>
        </p:nvSpPr>
        <p:spPr>
          <a:xfrm>
            <a:off x="867395" y="4773168"/>
            <a:ext cx="5715000" cy="420624"/>
          </a:xfrm>
          <a:prstGeom prst="rect">
            <a:avLst/>
          </a:prstGeom>
          <a:noFill/>
          <a:ln/>
        </p:spPr>
        <p:txBody>
          <a:bodyPr wrap="square" lIns="0" tIns="0" rIns="0" bIns="0" rtlCol="0" anchor="t">
            <a:noAutofit/>
          </a:bodyPr>
          <a:lstStyle/>
          <a:p>
            <a:pPr marL="0" indent="0" algn="l">
              <a:lnSpc>
                <a:spcPct val="100000"/>
              </a:lnSpc>
              <a:buNone/>
            </a:pPr>
            <a:r>
              <a:rPr lang="en-US" sz="14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It understands 100+ languages, and the text part is on the phone: the app could learn the ingredients you add by hand</a:t>
            </a:r>
            <a:endParaRPr lang="en-US" sz="1400" noProof="0">
              <a:solidFill>
                <a:srgbClr val="94A3B8"/>
              </a:solidFill>
            </a:endParaRPr>
          </a:p>
        </p:txBody>
      </p:sp>
      <p:sp>
        <p:nvSpPr>
          <p:cNvPr id="30" name="Freeform 29">
            <a:extLst>
              <a:ext uri="{FF2B5EF4-FFF2-40B4-BE49-F238E27FC236}">
                <a16:creationId xmlns:a16="http://schemas.microsoft.com/office/drawing/2014/main" id="{E92B8EA7-1589-122E-2826-DF120881C004}"/>
              </a:ext>
            </a:extLst>
          </p:cNvPr>
          <p:cNvSpPr/>
          <p:nvPr/>
        </p:nvSpPr>
        <p:spPr>
          <a:xfrm>
            <a:off x="612707" y="5394960"/>
            <a:ext cx="6115990" cy="969264"/>
          </a:xfrm>
          <a:custGeom>
            <a:avLst/>
            <a:gdLst>
              <a:gd name="csX0" fmla="*/ 76172 w 6296860"/>
              <a:gd name="csY0" fmla="*/ 0 h 1078706"/>
              <a:gd name="csX1" fmla="*/ 6241058 w 6296860"/>
              <a:gd name="csY1" fmla="*/ 0 h 1078706"/>
              <a:gd name="csX2" fmla="*/ 6296860 w 6296860"/>
              <a:gd name="csY2" fmla="*/ 55780 h 1078706"/>
              <a:gd name="csX3" fmla="*/ 6296860 w 6296860"/>
              <a:gd name="csY3" fmla="*/ 1022924 h 1078706"/>
              <a:gd name="csX4" fmla="*/ 6241058 w 6296860"/>
              <a:gd name="csY4" fmla="*/ 1078706 h 1078706"/>
              <a:gd name="csX5" fmla="*/ 76172 w 6296860"/>
              <a:gd name="csY5" fmla="*/ 1078706 h 1078706"/>
              <a:gd name="csX6" fmla="*/ 0 w 6296860"/>
              <a:gd name="csY6" fmla="*/ 1002562 h 1078706"/>
              <a:gd name="csX7" fmla="*/ 0 w 6296860"/>
              <a:gd name="csY7" fmla="*/ 76144 h 1078706"/>
              <a:gd name="csX8" fmla="*/ 76172 w 6296860"/>
              <a:gd name="csY8" fmla="*/ 0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296860" h="969264">
                <a:moveTo>
                  <a:pt x="76172" y="0"/>
                </a:moveTo>
                <a:lnTo>
                  <a:pt x="6241058" y="0"/>
                </a:lnTo>
                <a:cubicBezTo>
                  <a:pt x="6271876" y="0"/>
                  <a:pt x="6296860" y="24974"/>
                  <a:pt x="6296860" y="55780"/>
                </a:cubicBezTo>
                <a:lnTo>
                  <a:pt x="6296860" y="913482"/>
                </a:lnTo>
                <a:cubicBezTo>
                  <a:pt x="6296860" y="944289"/>
                  <a:pt x="6271876" y="969264"/>
                  <a:pt x="6241058" y="969264"/>
                </a:cubicBezTo>
                <a:lnTo>
                  <a:pt x="76172" y="969264"/>
                </a:lnTo>
                <a:cubicBezTo>
                  <a:pt x="34103" y="969264"/>
                  <a:pt x="0" y="935171"/>
                  <a:pt x="0" y="893120"/>
                </a:cubicBezTo>
                <a:lnTo>
                  <a:pt x="0" y="76144"/>
                </a:lnTo>
                <a:cubicBezTo>
                  <a:pt x="0" y="34091"/>
                  <a:pt x="34103" y="0"/>
                  <a:pt x="76172" y="0"/>
                </a:cubicBezTo>
              </a:path>
            </a:pathLst>
          </a:custGeom>
          <a:solidFill>
            <a:srgbClr val="0F172A"/>
          </a:solidFill>
          <a:ln w="6347" cap="flat">
            <a:solidFill>
              <a:srgbClr val="49DE80"/>
            </a:solidFill>
            <a:prstDash val="solid"/>
            <a:miter/>
          </a:ln>
        </p:spPr>
        <p:txBody>
          <a:bodyPr/>
          <a:lstStyle/>
          <a:p>
            <a:endParaRPr lang="en-US" noProof="0"/>
          </a:p>
        </p:txBody>
      </p:sp>
      <p:sp>
        <p:nvSpPr>
          <p:cNvPr id="31" name="Freeform 30">
            <a:extLst>
              <a:ext uri="{FF2B5EF4-FFF2-40B4-BE49-F238E27FC236}">
                <a16:creationId xmlns:a16="http://schemas.microsoft.com/office/drawing/2014/main" id="{93395D28-DB23-18BF-81E9-91A60F5D63AA}"/>
              </a:ext>
            </a:extLst>
          </p:cNvPr>
          <p:cNvSpPr/>
          <p:nvPr/>
        </p:nvSpPr>
        <p:spPr>
          <a:xfrm>
            <a:off x="612706" y="5394960"/>
            <a:ext cx="6115991" cy="969264"/>
          </a:xfrm>
          <a:custGeom>
            <a:avLst/>
            <a:gdLst>
              <a:gd name="csX0" fmla="*/ 22312 w 6296860"/>
              <a:gd name="csY0" fmla="*/ 22304 h 1078706"/>
              <a:gd name="csX1" fmla="*/ 76172 w 6296860"/>
              <a:gd name="csY1" fmla="*/ 0 h 1078706"/>
              <a:gd name="csX2" fmla="*/ 6241058 w 6296860"/>
              <a:gd name="csY2" fmla="*/ 0 h 1078706"/>
              <a:gd name="csX3" fmla="*/ 6296860 w 6296860"/>
              <a:gd name="csY3" fmla="*/ 55780 h 1078706"/>
              <a:gd name="csX4" fmla="*/ 6296860 w 6296860"/>
              <a:gd name="csY4" fmla="*/ 1022924 h 1078706"/>
              <a:gd name="csX5" fmla="*/ 6241058 w 6296860"/>
              <a:gd name="csY5" fmla="*/ 1078706 h 1078706"/>
              <a:gd name="csX6" fmla="*/ 76172 w 6296860"/>
              <a:gd name="csY6" fmla="*/ 1078706 h 1078706"/>
              <a:gd name="csX7" fmla="*/ 0 w 6296860"/>
              <a:gd name="csY7" fmla="*/ 1002562 h 1078706"/>
              <a:gd name="csX8" fmla="*/ 0 w 6296860"/>
              <a:gd name="csY8" fmla="*/ 76144 h 1078706"/>
              <a:gd name="csX9" fmla="*/ 22312 w 6296860"/>
              <a:gd name="csY9" fmla="*/ 22304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296860" h="969264">
                <a:moveTo>
                  <a:pt x="22312" y="22304"/>
                </a:moveTo>
                <a:cubicBezTo>
                  <a:pt x="36596" y="8024"/>
                  <a:pt x="55970" y="1"/>
                  <a:pt x="76172" y="0"/>
                </a:cubicBezTo>
                <a:lnTo>
                  <a:pt x="6241058" y="0"/>
                </a:lnTo>
                <a:cubicBezTo>
                  <a:pt x="6271876" y="0"/>
                  <a:pt x="6296860" y="24974"/>
                  <a:pt x="6296860" y="55780"/>
                </a:cubicBezTo>
                <a:lnTo>
                  <a:pt x="6296860" y="913482"/>
                </a:lnTo>
                <a:cubicBezTo>
                  <a:pt x="6296860" y="944289"/>
                  <a:pt x="6271876" y="969264"/>
                  <a:pt x="6241058" y="969264"/>
                </a:cubicBezTo>
                <a:lnTo>
                  <a:pt x="76172" y="969264"/>
                </a:lnTo>
                <a:cubicBezTo>
                  <a:pt x="34103" y="969264"/>
                  <a:pt x="0" y="935171"/>
                  <a:pt x="0" y="893120"/>
                </a:cubicBezTo>
                <a:lnTo>
                  <a:pt x="0" y="76144"/>
                </a:lnTo>
                <a:cubicBezTo>
                  <a:pt x="1" y="55950"/>
                  <a:pt x="8027" y="36583"/>
                  <a:pt x="22312" y="22304"/>
                </a:cubicBezTo>
              </a:path>
            </a:pathLst>
          </a:custGeom>
          <a:noFill/>
          <a:ln w="25400" cap="flat">
            <a:solidFill>
              <a:srgbClr val="49DE80"/>
            </a:solidFill>
            <a:prstDash val="solid"/>
            <a:miter/>
          </a:ln>
        </p:spPr>
        <p:txBody>
          <a:bodyPr/>
          <a:lstStyle/>
          <a:p>
            <a:endParaRPr lang="en-US" noProof="0"/>
          </a:p>
        </p:txBody>
      </p:sp>
      <p:sp>
        <p:nvSpPr>
          <p:cNvPr id="32" name="Freeform 31">
            <a:extLst>
              <a:ext uri="{FF2B5EF4-FFF2-40B4-BE49-F238E27FC236}">
                <a16:creationId xmlns:a16="http://schemas.microsoft.com/office/drawing/2014/main" id="{424E8A60-A9EF-C8A1-A1EC-5338B642ACCA}"/>
              </a:ext>
            </a:extLst>
          </p:cNvPr>
          <p:cNvSpPr/>
          <p:nvPr/>
        </p:nvSpPr>
        <p:spPr>
          <a:xfrm>
            <a:off x="612706" y="5394960"/>
            <a:ext cx="76171" cy="969264"/>
          </a:xfrm>
          <a:custGeom>
            <a:avLst/>
            <a:gdLst>
              <a:gd name="csX0" fmla="*/ 55800 w 76171"/>
              <a:gd name="csY0" fmla="*/ 0 h 1078706"/>
              <a:gd name="csX1" fmla="*/ 76172 w 76171"/>
              <a:gd name="csY1" fmla="*/ 0 h 1078706"/>
              <a:gd name="csX2" fmla="*/ 76172 w 76171"/>
              <a:gd name="csY2" fmla="*/ 0 h 1078706"/>
              <a:gd name="csX3" fmla="*/ 76172 w 76171"/>
              <a:gd name="csY3" fmla="*/ 1078706 h 1078706"/>
              <a:gd name="csX4" fmla="*/ 76172 w 76171"/>
              <a:gd name="csY4" fmla="*/ 1078706 h 1078706"/>
              <a:gd name="csX5" fmla="*/ 55800 w 76171"/>
              <a:gd name="csY5" fmla="*/ 1078706 h 1078706"/>
              <a:gd name="csX6" fmla="*/ 0 w 76171"/>
              <a:gd name="csY6" fmla="*/ 1022924 h 1078706"/>
              <a:gd name="csX7" fmla="*/ 0 w 76171"/>
              <a:gd name="csY7" fmla="*/ 55780 h 1078706"/>
              <a:gd name="csX8" fmla="*/ 55800 w 76171"/>
              <a:gd name="csY8" fmla="*/ 0 h 1078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171" h="969264">
                <a:moveTo>
                  <a:pt x="55800" y="0"/>
                </a:moveTo>
                <a:lnTo>
                  <a:pt x="76172" y="0"/>
                </a:lnTo>
                <a:lnTo>
                  <a:pt x="76172" y="0"/>
                </a:lnTo>
                <a:lnTo>
                  <a:pt x="76172" y="969264"/>
                </a:lnTo>
                <a:lnTo>
                  <a:pt x="76172" y="969264"/>
                </a:lnTo>
                <a:lnTo>
                  <a:pt x="55800" y="969264"/>
                </a:lnTo>
                <a:cubicBezTo>
                  <a:pt x="24983" y="969264"/>
                  <a:pt x="0" y="944289"/>
                  <a:pt x="0" y="913482"/>
                </a:cubicBezTo>
                <a:lnTo>
                  <a:pt x="0" y="55780"/>
                </a:lnTo>
                <a:cubicBezTo>
                  <a:pt x="0" y="24974"/>
                  <a:pt x="24983" y="0"/>
                  <a:pt x="55800" y="0"/>
                </a:cubicBezTo>
              </a:path>
            </a:pathLst>
          </a:custGeom>
          <a:solidFill>
            <a:srgbClr val="49DE80"/>
          </a:solidFill>
          <a:ln w="6347" cap="flat">
            <a:solidFill>
              <a:srgbClr val="49DE80"/>
            </a:solidFill>
            <a:prstDash val="solid"/>
            <a:miter/>
          </a:ln>
        </p:spPr>
        <p:txBody>
          <a:bodyPr/>
          <a:lstStyle/>
          <a:p>
            <a:endParaRPr lang="en-US" noProof="0"/>
          </a:p>
        </p:txBody>
      </p:sp>
      <p:sp>
        <p:nvSpPr>
          <p:cNvPr id="15" name="Text 8"/>
          <p:cNvSpPr/>
          <p:nvPr/>
        </p:nvSpPr>
        <p:spPr>
          <a:xfrm>
            <a:off x="867395" y="5550408"/>
            <a:ext cx="5863681" cy="259060"/>
          </a:xfrm>
          <a:prstGeom prst="rect">
            <a:avLst/>
          </a:prstGeom>
          <a:noFill/>
          <a:ln/>
        </p:spPr>
        <p:txBody>
          <a:bodyPr wrap="none" lIns="0" tIns="0" rIns="0" bIns="0" rtlCol="0" anchor="t"/>
          <a:lstStyle/>
          <a:p>
            <a:pPr marL="0" indent="0" algn="l">
              <a:lnSpc>
                <a:spcPct val="108000"/>
              </a:lnSpc>
              <a:buNone/>
            </a:pPr>
            <a:r>
              <a:rPr lang="en-US" sz="1700" noProof="0">
                <a:solidFill>
                  <a:srgbClr val="EBEDF0"/>
                </a:solidFill>
                <a:latin typeface="Geist Bold" pitchFamily="34" charset="0"/>
                <a:ea typeface="Geist Bold" pitchFamily="34" charset="-122"/>
                <a:cs typeface="Geist Bold" pitchFamily="34" charset="-120"/>
              </a:rPr>
              <a:t>Product-ready, on Gemma’s engine</a:t>
            </a:r>
            <a:endParaRPr lang="en-US" sz="1700" noProof="0"/>
          </a:p>
        </p:txBody>
      </p:sp>
      <p:sp>
        <p:nvSpPr>
          <p:cNvPr id="16" name="Text 9"/>
          <p:cNvSpPr/>
          <p:nvPr/>
        </p:nvSpPr>
        <p:spPr>
          <a:xfrm>
            <a:off x="867395" y="5870448"/>
            <a:ext cx="5715000" cy="420624"/>
          </a:xfrm>
          <a:prstGeom prst="rect">
            <a:avLst/>
          </a:prstGeom>
          <a:noFill/>
          <a:ln/>
        </p:spPr>
        <p:txBody>
          <a:bodyPr wrap="square" lIns="0" tIns="0" rIns="0" bIns="0" rtlCol="0" anchor="t">
            <a:noAutofit/>
          </a:bodyPr>
          <a:lstStyle/>
          <a:p>
            <a:pPr marL="0" indent="0" algn="l">
              <a:lnSpc>
                <a:spcPct val="100000"/>
              </a:lnSpc>
              <a:buNone/>
            </a:pPr>
            <a:r>
              <a:rPr lang="en-US" sz="1400" noProof="0">
                <a:solidFill>
                  <a:srgbClr val="94A3B8"/>
                </a:solidFill>
                <a:latin typeface="Helvetica Neue" panose="02000503000000020004" pitchFamily="2" charset="0"/>
                <a:ea typeface="Helvetica Neue" panose="02000503000000020004" pitchFamily="2" charset="0"/>
                <a:cs typeface="Helvetica Neue" panose="02000503000000020004" pitchFamily="2" charset="0"/>
              </a:rPr>
              <a:t>Apache 2.0 (MobileCLIP is research-only) and runs on LiteRT-LM. We tried it: it already recognizes our ingredients</a:t>
            </a:r>
            <a:endParaRPr lang="en-US" sz="1400" noProof="0">
              <a:solidFill>
                <a:srgbClr val="94A3B8"/>
              </a:solidFill>
            </a:endParaRPr>
          </a:p>
        </p:txBody>
      </p:sp>
      <p:pic>
        <p:nvPicPr>
          <p:cNvPr id="8" name="Image 0">
            <a:extLst>
              <a:ext uri="{FF2B5EF4-FFF2-40B4-BE49-F238E27FC236}">
                <a16:creationId xmlns:a16="http://schemas.microsoft.com/office/drawing/2014/main" id="{95BCD3EC-B629-4599-C123-FB843653C3B8}"/>
              </a:ext>
            </a:extLst>
          </p:cNvPr>
          <p:cNvPicPr>
            <a:picLocks noChangeAspect="1"/>
          </p:cNvPicPr>
          <p:nvPr/>
        </p:nvPicPr>
        <p:blipFill>
          <a:blip r:embed="rId3"/>
          <a:srcRect/>
          <a:stretch/>
        </p:blipFill>
        <p:spPr>
          <a:xfrm>
            <a:off x="6728697" y="0"/>
            <a:ext cx="685800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409297"/>
            <a:ext cx="10868745" cy="614263"/>
          </a:xfrm>
          <a:prstGeom prst="rect">
            <a:avLst/>
          </a:prstGeom>
          <a:noFill/>
          <a:ln/>
        </p:spPr>
        <p:txBody>
          <a:bodyPr wrap="none" lIns="0" tIns="0" rIns="0" bIns="0" rtlCol="0" anchor="t"/>
          <a:lstStyle/>
          <a:p>
            <a:pPr algn="ctr"/>
            <a:r>
              <a:rPr lang="en-US" sz="4200" b="1" noProof="0">
                <a:solidFill>
                  <a:srgbClr val="F1F5F9"/>
                </a:solidFill>
                <a:latin typeface="Helvetica Neue"/>
              </a:rPr>
              <a:t>Thank you</a:t>
            </a:r>
          </a:p>
        </p:txBody>
      </p:sp>
      <p:pic>
        <p:nvPicPr>
          <p:cNvPr id="3" name="Image 0" descr="preencoded.png"/>
          <p:cNvPicPr>
            <a:picLocks noChangeAspect="1"/>
          </p:cNvPicPr>
          <p:nvPr/>
        </p:nvPicPr>
        <p:blipFill>
          <a:blip r:embed="rId3"/>
          <a:stretch>
            <a:fillRect/>
          </a:stretch>
        </p:blipFill>
        <p:spPr>
          <a:xfrm>
            <a:off x="1458690" y="1488297"/>
            <a:ext cx="2800816" cy="2800886"/>
          </a:xfrm>
          <a:prstGeom prst="rect">
            <a:avLst/>
          </a:prstGeom>
        </p:spPr>
      </p:pic>
      <p:pic>
        <p:nvPicPr>
          <p:cNvPr id="10" name="Image 0" descr="preencoded.png">
            <a:extLst>
              <a:ext uri="{FF2B5EF4-FFF2-40B4-BE49-F238E27FC236}">
                <a16:creationId xmlns:a16="http://schemas.microsoft.com/office/drawing/2014/main" id="{283E7036-6760-391B-87BE-9F7E71E6059B}"/>
              </a:ext>
            </a:extLst>
          </p:cNvPr>
          <p:cNvPicPr>
            <a:picLocks noChangeAspect="1"/>
          </p:cNvPicPr>
          <p:nvPr/>
        </p:nvPicPr>
        <p:blipFill>
          <a:blip r:embed="rId3"/>
          <a:stretch>
            <a:fillRect/>
          </a:stretch>
        </p:blipFill>
        <p:spPr>
          <a:xfrm>
            <a:off x="7932496" y="1431642"/>
            <a:ext cx="2800816" cy="2800886"/>
          </a:xfrm>
          <a:prstGeom prst="rect">
            <a:avLst/>
          </a:prstGeom>
        </p:spPr>
      </p:pic>
      <p:pic>
        <p:nvPicPr>
          <p:cNvPr id="11" name="Picture 10">
            <a:extLst>
              <a:ext uri="{FF2B5EF4-FFF2-40B4-BE49-F238E27FC236}">
                <a16:creationId xmlns:a16="http://schemas.microsoft.com/office/drawing/2014/main" id="{791DD59E-DF22-FBAC-C586-9E08192F43A7}"/>
              </a:ext>
            </a:extLst>
          </p:cNvPr>
          <p:cNvPicPr>
            <a:picLocks noChangeAspect="1"/>
          </p:cNvPicPr>
          <p:nvPr/>
        </p:nvPicPr>
        <p:blipFill>
          <a:blip r:embed="rId4"/>
          <a:srcRect t="4541" b="4541"/>
          <a:stretch>
            <a:fillRect/>
          </a:stretch>
        </p:blipFill>
        <p:spPr>
          <a:xfrm>
            <a:off x="1511077" y="1431078"/>
            <a:ext cx="2696037" cy="2696037"/>
          </a:xfrm>
          <a:prstGeom prst="ellipse">
            <a:avLst/>
          </a:prstGeom>
          <a:ln w="31750">
            <a:solidFill>
              <a:srgbClr val="4ADE80"/>
            </a:solidFill>
          </a:ln>
        </p:spPr>
      </p:pic>
      <p:pic>
        <p:nvPicPr>
          <p:cNvPr id="14" name="Picture 13">
            <a:extLst>
              <a:ext uri="{FF2B5EF4-FFF2-40B4-BE49-F238E27FC236}">
                <a16:creationId xmlns:a16="http://schemas.microsoft.com/office/drawing/2014/main" id="{13F53A0F-D62F-523E-6D16-830DF466193A}"/>
              </a:ext>
            </a:extLst>
          </p:cNvPr>
          <p:cNvPicPr>
            <a:picLocks noChangeAspect="1"/>
          </p:cNvPicPr>
          <p:nvPr/>
        </p:nvPicPr>
        <p:blipFill>
          <a:blip r:embed="rId5"/>
          <a:stretch>
            <a:fillRect/>
          </a:stretch>
        </p:blipFill>
        <p:spPr>
          <a:xfrm>
            <a:off x="8045735" y="1488297"/>
            <a:ext cx="2687575" cy="2687575"/>
          </a:xfrm>
          <a:prstGeom prst="ellipse">
            <a:avLst/>
          </a:prstGeom>
          <a:ln w="31750">
            <a:solidFill>
              <a:srgbClr val="4ADE80"/>
            </a:solidFill>
          </a:ln>
        </p:spPr>
      </p:pic>
      <p:sp>
        <p:nvSpPr>
          <p:cNvPr id="13" name="TextBox 12">
            <a:extLst>
              <a:ext uri="{FF2B5EF4-FFF2-40B4-BE49-F238E27FC236}">
                <a16:creationId xmlns:a16="http://schemas.microsoft.com/office/drawing/2014/main" id="{C9E1C4DB-FBEF-BC3C-3B1A-89725B030B3B}"/>
              </a:ext>
            </a:extLst>
          </p:cNvPr>
          <p:cNvSpPr txBox="1"/>
          <p:nvPr/>
        </p:nvSpPr>
        <p:spPr>
          <a:xfrm>
            <a:off x="106648" y="4293288"/>
            <a:ext cx="5486400" cy="1010533"/>
          </a:xfrm>
          <a:prstGeom prst="rect">
            <a:avLst/>
          </a:prstGeom>
          <a:noFill/>
        </p:spPr>
        <p:txBody>
          <a:bodyPr wrap="square">
            <a:spAutoFit/>
          </a:bodyPr>
          <a:lstStyle/>
          <a:p>
            <a:pPr algn="ctr">
              <a:spcAft>
                <a:spcPts val="400"/>
              </a:spcAft>
            </a:pPr>
            <a:r>
              <a:rPr lang="en-US" sz="2200" b="1" noProof="0">
                <a:solidFill>
                  <a:srgbClr val="F1F5F9"/>
                </a:solidFill>
                <a:latin typeface="Helvetica Neue"/>
              </a:rPr>
              <a:t>Salvatore Matrisciano</a:t>
            </a:r>
          </a:p>
          <a:p>
            <a:pPr algn="ctr">
              <a:spcAft>
                <a:spcPts val="400"/>
              </a:spcAft>
            </a:pPr>
            <a:r>
              <a:rPr lang="en-US" sz="1500" b="0" noProof="0">
                <a:solidFill>
                  <a:srgbClr val="CBD5E1"/>
                </a:solidFill>
                <a:latin typeface="Helvetica Neue"/>
              </a:rPr>
              <a:t>Mobile </a:t>
            </a:r>
            <a:r>
              <a:rPr lang="en-US" sz="1500">
                <a:solidFill>
                  <a:srgbClr val="CBD5E1"/>
                </a:solidFill>
                <a:latin typeface="Helvetica Neue"/>
              </a:rPr>
              <a:t>Developer</a:t>
            </a:r>
            <a:endParaRPr lang="en-US" sz="1500" b="0" noProof="0">
              <a:solidFill>
                <a:srgbClr val="CBD5E1"/>
              </a:solidFill>
              <a:latin typeface="Helvetica Neue"/>
            </a:endParaRPr>
          </a:p>
          <a:p>
            <a:pPr algn="ctr">
              <a:spcAft>
                <a:spcPts val="400"/>
              </a:spcAft>
            </a:pPr>
            <a:r>
              <a:rPr lang="en-US" sz="1600" b="0" noProof="0">
                <a:solidFill>
                  <a:srgbClr val="4ADE80"/>
                </a:solidFill>
                <a:latin typeface="Helvetica Neue"/>
              </a:rPr>
              <a:t>salvatorematrisciano.com</a:t>
            </a:r>
          </a:p>
        </p:txBody>
      </p:sp>
      <p:sp>
        <p:nvSpPr>
          <p:cNvPr id="16" name="TextBox 15">
            <a:extLst>
              <a:ext uri="{FF2B5EF4-FFF2-40B4-BE49-F238E27FC236}">
                <a16:creationId xmlns:a16="http://schemas.microsoft.com/office/drawing/2014/main" id="{7BEBF36C-5F18-17AA-FA23-91A11E84074B}"/>
              </a:ext>
            </a:extLst>
          </p:cNvPr>
          <p:cNvSpPr txBox="1"/>
          <p:nvPr/>
        </p:nvSpPr>
        <p:spPr>
          <a:xfrm>
            <a:off x="6589706" y="4291022"/>
            <a:ext cx="5486400" cy="995144"/>
          </a:xfrm>
          <a:prstGeom prst="rect">
            <a:avLst/>
          </a:prstGeom>
          <a:noFill/>
        </p:spPr>
        <p:txBody>
          <a:bodyPr wrap="square">
            <a:spAutoFit/>
          </a:bodyPr>
          <a:lstStyle/>
          <a:p>
            <a:pPr algn="ctr">
              <a:spcAft>
                <a:spcPts val="400"/>
              </a:spcAft>
            </a:pPr>
            <a:r>
              <a:rPr lang="en-US" sz="2200" b="1" noProof="0">
                <a:solidFill>
                  <a:srgbClr val="F1F5F9"/>
                </a:solidFill>
                <a:latin typeface="Helvetica Neue"/>
              </a:rPr>
              <a:t>Stefano Soriano</a:t>
            </a:r>
          </a:p>
          <a:p>
            <a:pPr algn="ctr">
              <a:spcAft>
                <a:spcPts val="400"/>
              </a:spcAft>
            </a:pPr>
            <a:r>
              <a:rPr lang="en-US" sz="1500">
                <a:solidFill>
                  <a:srgbClr val="CBD5E1"/>
                </a:solidFill>
                <a:latin typeface="Helvetica Neue"/>
              </a:rPr>
              <a:t>Mobile Developer</a:t>
            </a:r>
          </a:p>
          <a:p>
            <a:pPr algn="ctr">
              <a:spcAft>
                <a:spcPts val="400"/>
              </a:spcAft>
            </a:pPr>
            <a:r>
              <a:rPr lang="en-US" sz="1500" noProof="0">
                <a:solidFill>
                  <a:srgbClr val="4ADE80"/>
                </a:solidFill>
                <a:latin typeface="Helvetica Neue"/>
              </a:rPr>
              <a:t>linkedin.com/in/stefanosoriano51</a:t>
            </a:r>
            <a:endParaRPr lang="en-US" sz="1500" b="0" noProof="0">
              <a:solidFill>
                <a:srgbClr val="4ADE80"/>
              </a:solidFill>
              <a:latin typeface="Helvetica Neue"/>
            </a:endParaRPr>
          </a:p>
        </p:txBody>
      </p:sp>
      <p:sp>
        <p:nvSpPr>
          <p:cNvPr id="17" name="TextBox 16"/>
          <p:cNvSpPr txBox="1"/>
          <p:nvPr/>
        </p:nvSpPr>
        <p:spPr>
          <a:xfrm>
            <a:off x="4241005" y="4115119"/>
            <a:ext cx="3657600" cy="320040"/>
          </a:xfrm>
          <a:prstGeom prst="rect">
            <a:avLst/>
          </a:prstGeom>
          <a:noFill/>
        </p:spPr>
        <p:txBody>
          <a:bodyPr wrap="square" lIns="0" tIns="0" rIns="0" bIns="0" anchor="t">
            <a:noAutofit/>
          </a:bodyPr>
          <a:lstStyle/>
          <a:p>
            <a:pPr marL="0" indent="0" algn="ctr">
              <a:buNone/>
            </a:pPr>
            <a:r>
              <a:rPr lang="en-US" sz="1600" noProof="0">
                <a:solidFill>
                  <a:srgbClr val="49DE80"/>
                </a:solidFill>
                <a:latin typeface="Geist Bold"/>
                <a:ea typeface="Geist Bold"/>
                <a:cs typeface="Geist Bold"/>
              </a:rPr>
              <a:t>Code and slides</a:t>
            </a:r>
            <a:endParaRPr lang="en-US" sz="1600" noProof="0"/>
          </a:p>
        </p:txBody>
      </p:sp>
      <p:pic>
        <p:nvPicPr>
          <p:cNvPr id="18" name="Picture 17" descr="qr.png"/>
          <p:cNvPicPr>
            <a:picLocks noChangeAspect="1"/>
          </p:cNvPicPr>
          <p:nvPr/>
        </p:nvPicPr>
        <p:blipFill>
          <a:blip r:embed="rId6"/>
          <a:stretch>
            <a:fillRect/>
          </a:stretch>
        </p:blipFill>
        <p:spPr>
          <a:xfrm>
            <a:off x="5254409" y="4500063"/>
            <a:ext cx="1683181" cy="1683181"/>
          </a:xfrm>
          <a:prstGeom prst="rect">
            <a:avLst/>
          </a:prstGeom>
        </p:spPr>
      </p:pic>
      <p:sp>
        <p:nvSpPr>
          <p:cNvPr id="19" name="TextBox 18"/>
          <p:cNvSpPr txBox="1"/>
          <p:nvPr/>
        </p:nvSpPr>
        <p:spPr>
          <a:xfrm>
            <a:off x="3878716" y="6332009"/>
            <a:ext cx="4389120" cy="320040"/>
          </a:xfrm>
          <a:prstGeom prst="rect">
            <a:avLst/>
          </a:prstGeom>
          <a:noFill/>
        </p:spPr>
        <p:txBody>
          <a:bodyPr wrap="square" lIns="0" tIns="0" rIns="0" bIns="0" anchor="t">
            <a:noAutofit/>
          </a:bodyPr>
          <a:lstStyle/>
          <a:p>
            <a:pPr marL="0" indent="0" algn="ctr">
              <a:buNone/>
            </a:pPr>
            <a:r>
              <a:rPr lang="en-US" sz="1500" b="1" noProof="0">
                <a:solidFill>
                  <a:srgbClr val="F2F5FA"/>
                </a:solidFill>
                <a:latin typeface="Helvetica Neue"/>
                <a:ea typeface="Helvetica Neue"/>
                <a:cs typeface="Helvetica Neue"/>
              </a:rPr>
              <a:t>github.com/MatriscianoSalvatore/ai-pantry</a:t>
            </a:r>
            <a:endParaRPr lang="en-US" sz="1500" b="1" noProof="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A46B49-6E9A-DD58-8E19-4A416E4409DB}"/>
              </a:ext>
            </a:extLst>
          </p:cNvPr>
          <p:cNvSpPr txBox="1"/>
          <p:nvPr/>
        </p:nvSpPr>
        <p:spPr>
          <a:xfrm>
            <a:off x="1651000" y="893768"/>
            <a:ext cx="8890000" cy="646331"/>
          </a:xfrm>
          <a:prstGeom prst="rect">
            <a:avLst/>
          </a:prstGeom>
          <a:noFill/>
        </p:spPr>
        <p:txBody>
          <a:bodyPr vert="horz" wrap="square" rtlCol="0">
            <a:spAutoFit/>
          </a:bodyPr>
          <a:lstStyle/>
          <a:p>
            <a:pPr algn="ctr"/>
            <a:r>
              <a:rPr lang="en-US" sz="3600" noProof="0">
                <a:solidFill>
                  <a:schemeClr val="bg1"/>
                </a:solidFill>
                <a:latin typeface="Geist Bold"/>
              </a:rPr>
              <a:t>How did it go?</a:t>
            </a:r>
          </a:p>
        </p:txBody>
      </p:sp>
      <p:pic>
        <p:nvPicPr>
          <p:cNvPr id="5" name="Picture 4">
            <a:extLst>
              <a:ext uri="{FF2B5EF4-FFF2-40B4-BE49-F238E27FC236}">
                <a16:creationId xmlns:a16="http://schemas.microsoft.com/office/drawing/2014/main" id="{C294556E-AA2F-6A88-259D-6AA46EB240ED}"/>
              </a:ext>
            </a:extLst>
          </p:cNvPr>
          <p:cNvPicPr>
            <a:picLocks/>
          </p:cNvPicPr>
          <p:nvPr/>
        </p:nvPicPr>
        <p:blipFill>
          <a:blip r:embed="rId3"/>
          <a:stretch>
            <a:fillRect/>
          </a:stretch>
        </p:blipFill>
        <p:spPr>
          <a:xfrm>
            <a:off x="4394532" y="1905371"/>
            <a:ext cx="3402935" cy="3504103"/>
          </a:xfrm>
          <a:prstGeom prst="rect">
            <a:avLst/>
          </a:prstGeom>
        </p:spPr>
      </p:pic>
      <p:sp>
        <p:nvSpPr>
          <p:cNvPr id="6" name="TextBox 5">
            <a:extLst>
              <a:ext uri="{FF2B5EF4-FFF2-40B4-BE49-F238E27FC236}">
                <a16:creationId xmlns:a16="http://schemas.microsoft.com/office/drawing/2014/main" id="{E39B2B5F-4EF5-0619-E282-EF92DB131818}"/>
              </a:ext>
            </a:extLst>
          </p:cNvPr>
          <p:cNvSpPr txBox="1"/>
          <p:nvPr/>
        </p:nvSpPr>
        <p:spPr>
          <a:xfrm>
            <a:off x="1651000" y="5860475"/>
            <a:ext cx="8890000" cy="400110"/>
          </a:xfrm>
          <a:prstGeom prst="rect">
            <a:avLst/>
          </a:prstGeom>
          <a:noFill/>
        </p:spPr>
        <p:txBody>
          <a:bodyPr vert="horz" wrap="square" rtlCol="0">
            <a:spAutoFit/>
          </a:bodyPr>
          <a:lstStyle/>
          <a:p>
            <a:pPr algn="ctr"/>
            <a:r>
              <a:rPr lang="en-US" sz="2000" noProof="0">
                <a:solidFill>
                  <a:schemeClr val="bg1"/>
                </a:solidFill>
                <a:latin typeface="Helvetica Neue" panose="02000503000000020004" pitchFamily="2" charset="0"/>
              </a:rPr>
              <a:t>Scan the QR code to leave feedback on the talk</a:t>
            </a:r>
          </a:p>
        </p:txBody>
      </p:sp>
      <p:sp>
        <p:nvSpPr>
          <p:cNvPr id="7" name="Rectangle 6">
            <a:extLst>
              <a:ext uri="{FF2B5EF4-FFF2-40B4-BE49-F238E27FC236}">
                <a16:creationId xmlns:a16="http://schemas.microsoft.com/office/drawing/2014/main" id="{AFC51151-8943-4D24-3F43-8330DC3653F7}"/>
              </a:ext>
            </a:extLst>
          </p:cNvPr>
          <p:cNvSpPr/>
          <p:nvPr/>
        </p:nvSpPr>
        <p:spPr>
          <a:xfrm>
            <a:off x="4770104" y="5070215"/>
            <a:ext cx="3022600" cy="3048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noProof="0">
              <a:ln>
                <a:solidFill>
                  <a:schemeClr val="bg1"/>
                </a:solidFill>
              </a:ln>
              <a:solidFill>
                <a:schemeClr val="bg1"/>
              </a:solidFill>
            </a:endParaRPr>
          </a:p>
        </p:txBody>
      </p:sp>
      <p:sp>
        <p:nvSpPr>
          <p:cNvPr id="8" name="Text 0">
            <a:extLst>
              <a:ext uri="{FF2B5EF4-FFF2-40B4-BE49-F238E27FC236}">
                <a16:creationId xmlns:a16="http://schemas.microsoft.com/office/drawing/2014/main" id="{9873ACEB-218E-4619-BC2A-CA00F33097D9}"/>
              </a:ext>
            </a:extLst>
          </p:cNvPr>
          <p:cNvSpPr/>
          <p:nvPr/>
        </p:nvSpPr>
        <p:spPr>
          <a:xfrm>
            <a:off x="4934666" y="540078"/>
            <a:ext cx="2322668" cy="358124"/>
          </a:xfrm>
          <a:prstGeom prst="rect">
            <a:avLst/>
          </a:prstGeom>
          <a:noFill/>
          <a:ln/>
        </p:spPr>
        <p:txBody>
          <a:bodyPr wrap="none" lIns="0" tIns="0" rIns="0" bIns="0" rtlCol="0" anchor="t"/>
          <a:lstStyle/>
          <a:p>
            <a:pPr lvl="1">
              <a:lnSpc>
                <a:spcPct val="108000"/>
              </a:lnSpc>
            </a:pPr>
            <a:r>
              <a:rPr lang="en-US" sz="1850" noProof="0">
                <a:solidFill>
                  <a:srgbClr val="49DE80"/>
                </a:solidFill>
                <a:latin typeface="Geist Bold"/>
                <a:ea typeface="Geist Bold"/>
                <a:cs typeface="Geist Bold"/>
              </a:rPr>
              <a:t>FEEDBACK</a:t>
            </a:r>
          </a:p>
        </p:txBody>
      </p:sp>
    </p:spTree>
    <p:extLst>
      <p:ext uri="{BB962C8B-B14F-4D97-AF65-F5344CB8AC3E}">
        <p14:creationId xmlns:p14="http://schemas.microsoft.com/office/powerpoint/2010/main" val="19842211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6672</TotalTime>
  <Words>8833</Words>
  <Application>Microsoft Macintosh PowerPoint</Application>
  <PresentationFormat>Widescreen</PresentationFormat>
  <Paragraphs>1009</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Consolas</vt:lpstr>
      <vt:lpstr>Geist Bold</vt:lpstr>
      <vt:lpstr>Geist</vt:lpstr>
      <vt:lpstr>Geist Light</vt:lpstr>
      <vt:lpstr>Arial</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Matrisciano, Salvatore</cp:lastModifiedBy>
  <cp:revision>45</cp:revision>
  <dcterms:created xsi:type="dcterms:W3CDTF">2026-07-26T22:35:18Z</dcterms:created>
  <dcterms:modified xsi:type="dcterms:W3CDTF">2026-10-08T22:11:33Z</dcterms:modified>
</cp:coreProperties>
</file>