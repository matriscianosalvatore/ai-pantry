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4" r:id="rId26"/>
    <p:sldId id="291" r:id="rId27"/>
    <p:sldId id="293" r:id="rId28"/>
  </p:sldIdLst>
  <p:sldSz cx="12192000" cy="6858000"/>
  <p:notesSz cx="6858000" cy="12192000"/>
  <p:embeddedFontLs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Geist" pitchFamily="2" charset="77"/>
      <p:regular r:id="rId34"/>
      <p:bold r:id="rId35"/>
    </p:embeddedFont>
    <p:embeddedFont>
      <p:font typeface="Geist Bold" pitchFamily="2" charset="77"/>
      <p:bold r:id="rId36"/>
    </p:embeddedFont>
    <p:embeddedFont>
      <p:font typeface="Geist Light" pitchFamily="2" charset="77"/>
      <p:regular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01"/>
    <p:restoredTop sz="49790"/>
  </p:normalViewPr>
  <p:slideViewPr>
    <p:cSldViewPr snapToGrid="0" snapToObjects="1">
      <p:cViewPr varScale="1">
        <p:scale>
          <a:sx n="80" d="100"/>
          <a:sy n="80" d="100"/>
        </p:scale>
        <p:origin x="326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 e sono uno sviluppatore mobile…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sviluppatore mobile.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</a:t>
            </a:r>
            <a:r>
              <a:rPr lang="it-IT" noProof="0"/>
              <a:t>Galaxy S26…</a:t>
            </a:r>
            <a:endParaRPr lang="it-IT" noProof="0" dirty="0"/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/>
              <a:t>È il </a:t>
            </a:r>
            <a:r>
              <a:rPr lang="it-IT" noProof="0" dirty="0"/>
              <a:t>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v3 o v4.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Aspettate, non è finita.</a:t>
            </a:r>
          </a:p>
          <a:p>
            <a:r>
              <a:rPr lang="it-IT" noProof="0" dirty="0"/>
              <a:t>Avevamo detto cinque capitoli… ma martedì 6 ottobre (4 giorni fa) Google DeepMind ha rilasciato EmbeddingGemma 2, e non potevamo non parlarne.</a:t>
            </a:r>
          </a:p>
          <a:p>
            <a:r>
              <a:rPr lang="it-IT" noProof="0" dirty="0"/>
              <a:t>Quindi: capitolo bonus, il sesto, la scena dopo i titoli di coda.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EmbeddingGemma 2 è il nuovo modello di embedding open di Google, costruito su Gemma 4 e pensato per girare sul telefono.</a:t>
            </a:r>
          </a:p>
          <a:p>
            <a:r>
              <a:rPr lang="it-IT" noProof="0" dirty="0"/>
              <a:t>Come MobileCLIP, non è un LLM: non scrive niente.</a:t>
            </a:r>
          </a:p>
          <a:p>
            <a:r>
              <a:rPr lang="it-IT" noProof="0" dirty="0"/>
              <a:t>Trasforma testo, immagini, audio e video in vettori di 768 numeri, tutti nello stesso spazio.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la foto dei pomodori finisce vicino alla parola “pomodori”.</a:t>
            </a:r>
          </a:p>
          <a:p>
            <a:r>
              <a:rPr lang="it-IT" noProof="0" dirty="0"/>
              <a:t>È esattamente il trucco del capitolo 3: calcoliamo una volta i vettori delle etichette, sul telefono calcoliamo solo quello della foto, e vince l’etichetta più vicina.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dare al nostro scanner?</a:t>
            </a:r>
          </a:p>
          <a:p>
            <a:r>
              <a:rPr lang="it-IT" noProof="0" dirty="0"/>
              <a:t>Primo: capisce oltre 100 lingue, quindi le etichette le possiamo scrivere direttamente in italiano. MobileCLIP le capisce solo in inglese.</a:t>
            </a:r>
          </a:p>
          <a:p>
            <a:r>
              <a:rPr lang="it-IT" noProof="0" dirty="0"/>
              <a:t>Secondo: oggi il vocabolario sta dentro l’app. I vettori delle etichette li calcoliamo prima, sul computer, perché sul telefono MobileCLIP ha solo la parte che guarda le foto: per aggiungere un ingrediente serve una nuova versione dell’app.</a:t>
            </a:r>
          </a:p>
          <a:p>
            <a:r>
              <a:rPr lang="it-IT" noProof="0" dirty="0"/>
              <a:t>EmbeddingGemma invece sul telefono ha anche la parte testo. Quindi l’app potrebbe calcolare da sola il vettore di un ingrediente nuovo, per esempio uno che aggiungete a mano alla dispensa, e riconoscerlo già dalla foto dopo, senza aspettare un aggiornamento.</a:t>
            </a:r>
          </a:p>
          <a:p>
            <a:r>
              <a:rPr lang="it-IT" noProof="0" dirty="0"/>
              <a:t>Il vocabolario potrebbe crescere insieme alla vostra dispensa.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la licenza. È Apache 2.0, quindi si può usare in un prodotto, mentre i pesi di MobileCLIP sono solo per la ricerca.</a:t>
            </a:r>
          </a:p>
          <a:p>
            <a:r>
              <a:rPr lang="it-IT" noProof="0" dirty="0"/>
              <a:t>E gira su LiteRT-LM, lo stesso motore che usiamo già per Gemma.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L’abbiamo provato sulle foto della demo: riconosce già i nostri ingredienti.</a:t>
            </a:r>
          </a:p>
          <a:p>
            <a:r>
              <a:rPr lang="it-IT" noProof="0" dirty="0"/>
              <a:t>Per ora, su un Pixel 7, è più lento di MobileCLIP: circa 40 secondi foto, contro circa 20.</a:t>
            </a:r>
          </a:p>
          <a:p>
            <a:r>
              <a:rPr lang="it-IT" noProof="0" dirty="0"/>
              <a:t>Ma è uscito martedì: diamogli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Developers</a:t>
            </a:r>
          </a:p>
          <a:p>
            <a:endParaRPr lang="en-US" sz="1600" b="0" i="0" noProof="0" dirty="0">
              <a:solidFill>
                <a:srgbClr val="94A3B8"/>
              </a:solidFill>
              <a:latin typeface="Helvetica Neue"/>
            </a:endParaRP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35689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94744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nano-v3 / nano-v4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BONUS: 6 · DOPO I TITOLI DI CODA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Avevamo detto cinque…</a:t>
            </a:r>
            <a:endParaRPr lang="it-IT" sz="3450" noProof="0" dirty="0"/>
          </a:p>
        </p:txBody>
      </p:sp>
      <p:sp>
        <p:nvSpPr>
          <p:cNvPr id="33" name="Text 10"/>
          <p:cNvSpPr/>
          <p:nvPr/>
        </p:nvSpPr>
        <p:spPr>
          <a:xfrm>
            <a:off x="612707" y="1481328"/>
            <a:ext cx="62968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EmbeddingGemma 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2103120"/>
            <a:ext cx="6115991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6" y="210312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210312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2211676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nuovo modello di embedding di Google DeepMind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519993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Rilasciato martedì 6 ottobre e costruito su Gemma 4: piccolo, open e pensato per girare direttamente sul telefono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3200400"/>
            <a:ext cx="6115991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320040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320040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308956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scrive: trasforma tutto in vettori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628995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Testo, immagini, audio e video diventano 768 numeri nello stesso spazio: la foto dei pomodori finisce vicino a “pomodori”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297680"/>
            <a:ext cx="6115990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297680"/>
            <a:ext cx="6115990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29768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394513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Etichette in italiano, e un vocabolario che cresce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702830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Capisce oltre 100 lingue, e la parte testo è sul telefono: l’app potrebbe imparare da sola gli ingredienti che aggiungete a mano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394960"/>
            <a:ext cx="6115990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39496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39496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91793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Pronto per un prodotto, sul motore di Gemma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0110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Apache 2.0 (MobileCLIP è solo per ricerca) e gira su LiteRT-LM. L’abbiamo provato: riconosce già i nostri ingredienti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C42B240E-279B-4B3D-9FB1-E98C7A972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8697" y="0"/>
            <a:ext cx="685800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Developer</a:t>
            </a:r>
            <a:endParaRPr lang="it-IT" sz="1500" b="0" noProof="0" dirty="0">
              <a:solidFill>
                <a:srgbClr val="CBD5E1"/>
              </a:solidFill>
              <a:latin typeface="Helvetica Neue"/>
            </a:endParaRP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dirty="0">
                <a:solidFill>
                  <a:srgbClr val="CBD5E1"/>
                </a:solidFill>
                <a:latin typeface="Helvetica Neue"/>
              </a:rPr>
              <a:t>Mobile Developer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linkedin.com/in/stefanosoriano51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6712</TotalTime>
  <Words>8848</Words>
  <Application>Microsoft Macintosh PowerPoint</Application>
  <PresentationFormat>Widescreen</PresentationFormat>
  <Paragraphs>1009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Helvetica Neue</vt:lpstr>
      <vt:lpstr>Consolas</vt:lpstr>
      <vt:lpstr>Geist Bold</vt:lpstr>
      <vt:lpstr>Arial</vt:lpstr>
      <vt:lpstr>Geist</vt:lpstr>
      <vt:lpstr>Geist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45</cp:revision>
  <dcterms:created xsi:type="dcterms:W3CDTF">2026-07-26T22:35:18Z</dcterms:created>
  <dcterms:modified xsi:type="dcterms:W3CDTF">2026-10-09T06:46:38Z</dcterms:modified>
</cp:coreProperties>
</file>