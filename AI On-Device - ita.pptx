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1" r:id="rId26"/>
    <p:sldId id="293" r:id="rId27"/>
  </p:sldIdLst>
  <p:sldSz cx="12192000" cy="6858000"/>
  <p:notesSz cx="6858000" cy="12192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Geist"/>
      <p:regular r:id="rId33"/>
    </p:embeddedFont>
    <p:embeddedFont>
      <p:font typeface="Geist Bold"/>
      <p:regular r:id="rId34"/>
      <p:bold r:id="rId35"/>
    </p:embeddedFont>
    <p:embeddedFont>
      <p:font typeface="Geist Light" pitchFamily="2" charset="77"/>
      <p:regular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0"/>
    <p:restoredTop sz="49632"/>
  </p:normalViewPr>
  <p:slideViewPr>
    <p:cSldViewPr snapToGrid="0" snapToObjects="1">
      <p:cViewPr varScale="1">
        <p:scale>
          <a:sx n="80" d="100"/>
          <a:sy n="80" d="100"/>
        </p:scale>
        <p:origin x="3720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 e sono uno sviluppatore mobile…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sviluppatore mobile.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(“La tua dispensa è vuota”, eventualmente “Svuota tutto”), Gemma già pronto (niente banner “Preparazione di Gemma 4 E2B…”). Tenere in galleria una foto di frigo e una di dispensa già testate, da scegliere con il pulsante della galleria in basso a sinistra. Video di backup pronto: demo.mp4.]</a:t>
            </a:r>
          </a:p>
          <a:p>
            <a:r>
              <a:rPr lang="it-IT" noProof="0" dirty="0"/>
              <a:t>[Tempi, dal video: ogni foto si analizza in 20-25 secondi, le 4 ricette arrivano in meno di un minuto, la ricetta completa in poco più di 2 minuti.]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“Scansiona il frigo”, “Frigo” già selezionato, scatta la foto o la sceglie dalla galleria]</a:t>
            </a:r>
          </a:p>
          <a:p>
            <a:r>
              <a:rPr lang="it-IT" noProof="0" dirty="0"/>
              <a:t>Scelgo “Frigo”,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“Riconosco gli ingredienti”: sulla foto si accendono le zone che sta analizzando (“Zone analizzate”) e gli ingredienti compaiono man mano]</a:t>
            </a:r>
          </a:p>
          <a:p>
            <a:r>
              <a:rPr lang="it-IT" noProof="0" dirty="0"/>
              <a:t>Quello che sta succedendo adesso è la parte di percezione: l’app sta capendo quali ingredienti ci sono nella foto, zona per zona, e li vedete comparire appena li trova.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“N ingredienti trovati”]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in alto “MobileCLIP-S2 zero-shot · LiteRT · on device”]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“Altra scansione”, seleziona “Dispensa”, scatta o sceglie la foto della dispensa]</a:t>
            </a:r>
          </a:p>
          <a:p>
            <a:r>
              <a:rPr lang="it-IT" noProof="0" dirty="0"/>
              <a:t>Faccio lo stesso con la dispensa. Le due scansioni si sommano. [il foglio ora conta gli ingredienti di tutte e due]</a:t>
            </a:r>
          </a:p>
          <a:p>
            <a:endParaRPr lang="it-IT" noProof="0" dirty="0"/>
          </a:p>
          <a:p>
            <a:r>
              <a:rPr lang="it-IT" noProof="0" dirty="0"/>
              <a:t>[tocca “Aggiungi a frigo e dispensa (N)”, torna a “La tua cucina” con frigo e dispensa]</a:t>
            </a:r>
          </a:p>
          <a:p>
            <a:r>
              <a:rPr lang="it-IT" noProof="0" dirty="0"/>
              <a:t>Aggiungo tutto.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“Cosa posso cucinare? (N)”]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[schermata “Genero le ricette”, poi le ricette arrivano una alla volta (“Ricetta 2 di 4”…)]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“Ecco cosa puoi cucinare”]</a:t>
            </a:r>
          </a:p>
          <a:p>
            <a:r>
              <a:rPr lang="it-IT" noProof="0" dirty="0"/>
              <a:t>Ecco quattro idee per la cena, con tempo e difficoltà. Sono ordinate in base a quanto usano quello che ho davvero: quelle che richiedono di comprare qualcosa finiscono in fondo, e l’app mi dice cosa mi manca. [se una ricetta mostra “Mancano: …”, indicarlo] E se non mi convincono, “Altre ricette” me ne propone altre quattro.</a:t>
            </a:r>
          </a:p>
          <a:p>
            <a:endParaRPr lang="it-IT" noProof="0" dirty="0"/>
          </a:p>
          <a:p>
            <a:r>
              <a:rPr lang="it-IT" noProof="0" dirty="0"/>
              <a:t>[apre una ricetta: in basso “Genero la ricetta…”]</a:t>
            </a:r>
          </a:p>
          <a:p>
            <a:r>
              <a:rPr lang="it-IT" noProof="0" dirty="0"/>
              <a:t>Apro questa. Quantità e passaggi non esistevano finché non l’ho aperta: li sta scrivendo adesso, qui sul telefono. [compaiono le quantità, poi i passaggi del “Procedimento” uno alla volta, poi le “Varianti”. Non aspettare la fine: la ricetta completa ci mette poco più di 2 minuti]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(demo.mp4) e commentarlo con lo stesso script. Nel video il telefono non è in modalità aereo: saltare le frasi sulla modalità aereo. La ricetta completa occupa gli ultimi 2 minuti del video: si può mandare avanti.]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</a:t>
            </a:r>
            <a:r>
              <a:rPr lang="it-IT" noProof="0"/>
              <a:t>Galaxy S26…</a:t>
            </a:r>
            <a:endParaRPr lang="it-IT" noProof="0" dirty="0"/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il 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v3 o v4.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Developers</a:t>
            </a:r>
          </a:p>
          <a:p>
            <a:endParaRPr lang="en-US" sz="1600" b="0" i="0" noProof="0" dirty="0">
              <a:solidFill>
                <a:srgbClr val="94A3B8"/>
              </a:solidFill>
              <a:latin typeface="Helvetica Neue"/>
            </a:endParaRP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35689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94744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nano-v3 / nano-v4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</a:t>
            </a:r>
            <a:r>
              <a:rPr lang="it-IT" sz="1500" dirty="0">
                <a:solidFill>
                  <a:srgbClr val="CBD5E1"/>
                </a:solidFill>
                <a:latin typeface="Helvetica Neue"/>
              </a:rPr>
              <a:t>Developer</a:t>
            </a:r>
            <a:endParaRPr lang="it-IT" sz="1500" b="0" noProof="0" dirty="0">
              <a:solidFill>
                <a:srgbClr val="CBD5E1"/>
              </a:solidFill>
              <a:latin typeface="Helvetica Neue"/>
            </a:endParaRP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dirty="0">
                <a:solidFill>
                  <a:srgbClr val="CBD5E1"/>
                </a:solidFill>
                <a:latin typeface="Helvetica Neue"/>
              </a:rPr>
              <a:t>Mobile Developer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linkedin.com/in/stefanosoriano51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6654</TotalTime>
  <Words>8348</Words>
  <Application>Microsoft Macintosh PowerPoint</Application>
  <PresentationFormat>Widescreen</PresentationFormat>
  <Paragraphs>969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Geist</vt:lpstr>
      <vt:lpstr>Arial</vt:lpstr>
      <vt:lpstr>Geist Light</vt:lpstr>
      <vt:lpstr>Helvetica Neue</vt:lpstr>
      <vt:lpstr>Consolas</vt:lpstr>
      <vt:lpstr>Geist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41</cp:revision>
  <dcterms:created xsi:type="dcterms:W3CDTF">2026-07-26T22:35:18Z</dcterms:created>
  <dcterms:modified xsi:type="dcterms:W3CDTF">2026-10-06T19:55:40Z</dcterms:modified>
</cp:coreProperties>
</file>